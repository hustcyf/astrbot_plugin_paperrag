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pn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png"/><Relationship Id="rId87" Type="http://schemas.openxmlformats.org/officeDocument/2006/relationships/image" Target="../media/image-1-87.png"/><Relationship Id="rId88" Type="http://schemas.openxmlformats.org/officeDocument/2006/relationships/image" Target="../media/image-1-88.png"/><Relationship Id="rId89" Type="http://schemas.openxmlformats.org/officeDocument/2006/relationships/image" Target="../media/image-1-89.png"/><Relationship Id="rId90" Type="http://schemas.openxmlformats.org/officeDocument/2006/relationships/image" Target="../media/image-1-90.png"/><Relationship Id="rId91" Type="http://schemas.openxmlformats.org/officeDocument/2006/relationships/image" Target="../media/image-1-91.png"/><Relationship Id="rId92" Type="http://schemas.openxmlformats.org/officeDocument/2006/relationships/image" Target="../media/image-1-92.png"/><Relationship Id="rId93" Type="http://schemas.openxmlformats.org/officeDocument/2006/relationships/image" Target="../media/image-1-93.png"/><Relationship Id="rId94" Type="http://schemas.openxmlformats.org/officeDocument/2006/relationships/image" Target="../media/image-1-94.png"/><Relationship Id="rId95" Type="http://schemas.openxmlformats.org/officeDocument/2006/relationships/image" Target="../media/image-1-95.png"/><Relationship Id="rId96" Type="http://schemas.openxmlformats.org/officeDocument/2006/relationships/image" Target="../media/image-1-96.png"/><Relationship Id="rId97" Type="http://schemas.openxmlformats.org/officeDocument/2006/relationships/image" Target="../media/image-1-97.png"/><Relationship Id="rId98" Type="http://schemas.openxmlformats.org/officeDocument/2006/relationships/image" Target="../media/image-1-98.pn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pn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pn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pn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png"/><Relationship Id="rId107" Type="http://schemas.openxmlformats.org/officeDocument/2006/relationships/image" Target="../media/image-1-107.png"/><Relationship Id="rId108" Type="http://schemas.openxmlformats.org/officeDocument/2006/relationships/image" Target="../media/image-1-108.png"/><Relationship Id="rId109" Type="http://schemas.openxmlformats.org/officeDocument/2006/relationships/image" Target="../media/image-1-109.png"/><Relationship Id="rId110" Type="http://schemas.openxmlformats.org/officeDocument/2006/relationships/image" Target="../media/image-1-110.png"/><Relationship Id="rId111" Type="http://schemas.openxmlformats.org/officeDocument/2006/relationships/image" Target="../media/image-1-111.png"/><Relationship Id="rId112" Type="http://schemas.openxmlformats.org/officeDocument/2006/relationships/image" Target="../media/image-1-112.png"/><Relationship Id="rId113" Type="http://schemas.openxmlformats.org/officeDocument/2006/relationships/image" Target="../media/image-1-113.png"/><Relationship Id="rId114" Type="http://schemas.openxmlformats.org/officeDocument/2006/relationships/image" Target="../media/image-1-114.png"/><Relationship Id="rId115" Type="http://schemas.openxmlformats.org/officeDocument/2006/relationships/image" Target="../media/image-1-115.png"/><Relationship Id="rId116" Type="http://schemas.openxmlformats.org/officeDocument/2006/relationships/image" Target="../media/image-1-116.png"/><Relationship Id="rId117" Type="http://schemas.openxmlformats.org/officeDocument/2006/relationships/image" Target="../media/image-1-117.png"/><Relationship Id="rId118" Type="http://schemas.openxmlformats.org/officeDocument/2006/relationships/image" Target="../media/image-1-118.png"/><Relationship Id="rId119" Type="http://schemas.openxmlformats.org/officeDocument/2006/relationships/image" Target="../media/image-1-119.png"/><Relationship Id="rId120" Type="http://schemas.openxmlformats.org/officeDocument/2006/relationships/image" Target="../media/image-1-120.png"/><Relationship Id="rId121" Type="http://schemas.openxmlformats.org/officeDocument/2006/relationships/image" Target="../media/image-1-121.png"/><Relationship Id="rId122" Type="http://schemas.openxmlformats.org/officeDocument/2006/relationships/image" Target="../media/image-1-122.png"/><Relationship Id="rId123" Type="http://schemas.openxmlformats.org/officeDocument/2006/relationships/image" Target="../media/image-1-123.png"/><Relationship Id="rId124" Type="http://schemas.openxmlformats.org/officeDocument/2006/relationships/image" Target="../media/image-1-124.png"/><Relationship Id="rId125" Type="http://schemas.openxmlformats.org/officeDocument/2006/relationships/image" Target="../media/image-1-125.png"/><Relationship Id="rId126" Type="http://schemas.openxmlformats.org/officeDocument/2006/relationships/image" Target="../media/image-1-126.png"/><Relationship Id="rId127" Type="http://schemas.openxmlformats.org/officeDocument/2006/relationships/image" Target="../media/image-1-127.png"/><Relationship Id="rId128" Type="http://schemas.openxmlformats.org/officeDocument/2006/relationships/image" Target="../media/image-1-128.png"/><Relationship Id="rId129" Type="http://schemas.openxmlformats.org/officeDocument/2006/relationships/image" Target="../media/image-1-129.png"/><Relationship Id="rId130" Type="http://schemas.openxmlformats.org/officeDocument/2006/relationships/image" Target="../media/image-1-130.png"/><Relationship Id="rId131" Type="http://schemas.openxmlformats.org/officeDocument/2006/relationships/image" Target="../media/image-1-131.png"/><Relationship Id="rId132" Type="http://schemas.openxmlformats.org/officeDocument/2006/relationships/image" Target="../media/image-1-132.png"/><Relationship Id="rId133" Type="http://schemas.openxmlformats.org/officeDocument/2006/relationships/image" Target="../media/image-1-133.png"/><Relationship Id="rId134" Type="http://schemas.openxmlformats.org/officeDocument/2006/relationships/image" Target="../media/image-1-134.png"/><Relationship Id="rId135" Type="http://schemas.openxmlformats.org/officeDocument/2006/relationships/image" Target="../media/image-1-135.png"/><Relationship Id="rId136" Type="http://schemas.openxmlformats.org/officeDocument/2006/relationships/image" Target="../media/image-1-136.png"/><Relationship Id="rId137" Type="http://schemas.openxmlformats.org/officeDocument/2006/relationships/image" Target="../media/image-1-137.png"/><Relationship Id="rId138" Type="http://schemas.openxmlformats.org/officeDocument/2006/relationships/image" Target="../media/image-1-138.png"/><Relationship Id="rId139" Type="http://schemas.openxmlformats.org/officeDocument/2006/relationships/image" Target="../media/image-1-139.png"/><Relationship Id="rId140" Type="http://schemas.openxmlformats.org/officeDocument/2006/relationships/image" Target="../media/image-1-140.png"/><Relationship Id="rId141" Type="http://schemas.openxmlformats.org/officeDocument/2006/relationships/image" Target="../media/image-1-141.png"/><Relationship Id="rId142" Type="http://schemas.openxmlformats.org/officeDocument/2006/relationships/image" Target="../media/image-1-142.png"/><Relationship Id="rId143" Type="http://schemas.openxmlformats.org/officeDocument/2006/relationships/image" Target="../media/image-1-143.png"/><Relationship Id="rId144" Type="http://schemas.openxmlformats.org/officeDocument/2006/relationships/image" Target="../media/image-1-144.png"/><Relationship Id="rId145" Type="http://schemas.openxmlformats.org/officeDocument/2006/relationships/image" Target="../media/image-1-145.png"/><Relationship Id="rId146" Type="http://schemas.openxmlformats.org/officeDocument/2006/relationships/image" Target="../media/image-1-146.png"/><Relationship Id="rId147" Type="http://schemas.openxmlformats.org/officeDocument/2006/relationships/image" Target="../media/image-1-147.png"/><Relationship Id="rId148" Type="http://schemas.openxmlformats.org/officeDocument/2006/relationships/image" Target="../media/image-1-148.png"/><Relationship Id="rId149" Type="http://schemas.openxmlformats.org/officeDocument/2006/relationships/image" Target="../media/image-1-149.png"/><Relationship Id="rId150" Type="http://schemas.openxmlformats.org/officeDocument/2006/relationships/image" Target="../media/image-1-150.png"/><Relationship Id="rId151" Type="http://schemas.openxmlformats.org/officeDocument/2006/relationships/image" Target="../media/image-1-151.png"/><Relationship Id="rId152" Type="http://schemas.openxmlformats.org/officeDocument/2006/relationships/image" Target="../media/image-1-152.png"/><Relationship Id="rId153" Type="http://schemas.openxmlformats.org/officeDocument/2006/relationships/image" Target="../media/image-1-153.png"/><Relationship Id="rId154" Type="http://schemas.openxmlformats.org/officeDocument/2006/relationships/image" Target="../media/image-1-154.png"/><Relationship Id="rId155" Type="http://schemas.openxmlformats.org/officeDocument/2006/relationships/image" Target="../media/image-1-155.png"/><Relationship Id="rId156" Type="http://schemas.openxmlformats.org/officeDocument/2006/relationships/image" Target="../media/image-1-156.png"/><Relationship Id="rId157" Type="http://schemas.openxmlformats.org/officeDocument/2006/relationships/image" Target="../media/image-1-157.png"/><Relationship Id="rId158" Type="http://schemas.openxmlformats.org/officeDocument/2006/relationships/image" Target="../media/image-1-158.png"/><Relationship Id="rId159" Type="http://schemas.openxmlformats.org/officeDocument/2006/relationships/image" Target="../media/image-1-159.png"/><Relationship Id="rId160" Type="http://schemas.openxmlformats.org/officeDocument/2006/relationships/image" Target="../media/image-1-160.png"/><Relationship Id="rId161" Type="http://schemas.openxmlformats.org/officeDocument/2006/relationships/image" Target="../media/image-1-161.png"/><Relationship Id="rId162" Type="http://schemas.openxmlformats.org/officeDocument/2006/relationships/image" Target="../media/image-1-162.png"/><Relationship Id="rId163" Type="http://schemas.openxmlformats.org/officeDocument/2006/relationships/image" Target="../media/image-1-163.png"/><Relationship Id="rId164" Type="http://schemas.openxmlformats.org/officeDocument/2006/relationships/image" Target="../media/image-1-164.png"/><Relationship Id="rId165" Type="http://schemas.openxmlformats.org/officeDocument/2006/relationships/image" Target="../media/image-1-165.png"/><Relationship Id="rId166" Type="http://schemas.openxmlformats.org/officeDocument/2006/relationships/image" Target="../media/image-1-166.png"/><Relationship Id="rId167" Type="http://schemas.openxmlformats.org/officeDocument/2006/relationships/image" Target="../media/image-1-167.png"/><Relationship Id="rId168" Type="http://schemas.openxmlformats.org/officeDocument/2006/relationships/image" Target="../media/image-1-168.png"/><Relationship Id="rId169" Type="http://schemas.openxmlformats.org/officeDocument/2006/relationships/image" Target="../media/image-1-169.png"/><Relationship Id="rId170" Type="http://schemas.openxmlformats.org/officeDocument/2006/relationships/image" Target="../media/image-1-170.png"/><Relationship Id="rId171" Type="http://schemas.openxmlformats.org/officeDocument/2006/relationships/image" Target="../media/image-1-171.png"/><Relationship Id="rId172" Type="http://schemas.openxmlformats.org/officeDocument/2006/relationships/image" Target="../media/image-1-172.png"/><Relationship Id="rId173" Type="http://schemas.openxmlformats.org/officeDocument/2006/relationships/image" Target="../media/image-1-173.png"/><Relationship Id="rId174" Type="http://schemas.openxmlformats.org/officeDocument/2006/relationships/image" Target="../media/image-1-174.png"/><Relationship Id="rId175" Type="http://schemas.openxmlformats.org/officeDocument/2006/relationships/image" Target="../media/image-1-175.png"/><Relationship Id="rId176" Type="http://schemas.openxmlformats.org/officeDocument/2006/relationships/image" Target="../media/image-1-176.png"/><Relationship Id="rId177" Type="http://schemas.openxmlformats.org/officeDocument/2006/relationships/image" Target="../media/image-1-177.png"/><Relationship Id="rId178" Type="http://schemas.openxmlformats.org/officeDocument/2006/relationships/image" Target="../media/image-1-178.png"/><Relationship Id="rId179" Type="http://schemas.openxmlformats.org/officeDocument/2006/relationships/image" Target="../media/image-1-179.png"/><Relationship Id="rId180" Type="http://schemas.openxmlformats.org/officeDocument/2006/relationships/image" Target="../media/image-1-180.png"/><Relationship Id="rId181" Type="http://schemas.openxmlformats.org/officeDocument/2006/relationships/image" Target="../media/image-1-181.png"/><Relationship Id="rId182" Type="http://schemas.openxmlformats.org/officeDocument/2006/relationships/image" Target="../media/image-1-182.png"/><Relationship Id="rId183" Type="http://schemas.openxmlformats.org/officeDocument/2006/relationships/image" Target="../media/image-1-183.png"/><Relationship Id="rId184" Type="http://schemas.openxmlformats.org/officeDocument/2006/relationships/image" Target="../media/image-1-184.png"/><Relationship Id="rId185" Type="http://schemas.openxmlformats.org/officeDocument/2006/relationships/image" Target="../media/image-1-185.png"/><Relationship Id="rId186" Type="http://schemas.openxmlformats.org/officeDocument/2006/relationships/image" Target="../media/image-1-186.png"/><Relationship Id="rId187" Type="http://schemas.openxmlformats.org/officeDocument/2006/relationships/image" Target="../media/image-1-187.png"/><Relationship Id="rId188" Type="http://schemas.openxmlformats.org/officeDocument/2006/relationships/image" Target="../media/image-1-188.png"/><Relationship Id="rId189" Type="http://schemas.openxmlformats.org/officeDocument/2006/relationships/image" Target="../media/image-1-189.png"/><Relationship Id="rId190" Type="http://schemas.openxmlformats.org/officeDocument/2006/relationships/image" Target="../media/image-1-190.png"/><Relationship Id="rId191" Type="http://schemas.openxmlformats.org/officeDocument/2006/relationships/image" Target="../media/image-1-191.png"/><Relationship Id="rId192" Type="http://schemas.openxmlformats.org/officeDocument/2006/relationships/image" Target="../media/image-1-192.png"/><Relationship Id="rId193" Type="http://schemas.openxmlformats.org/officeDocument/2006/relationships/image" Target="../media/image-1-193.png"/><Relationship Id="rId194" Type="http://schemas.openxmlformats.org/officeDocument/2006/relationships/image" Target="../media/image-1-194.png"/><Relationship Id="rId195" Type="http://schemas.openxmlformats.org/officeDocument/2006/relationships/image" Target="../media/image-1-195.png"/><Relationship Id="rId196" Type="http://schemas.openxmlformats.org/officeDocument/2006/relationships/image" Target="../media/image-1-196.png"/><Relationship Id="rId197" Type="http://schemas.openxmlformats.org/officeDocument/2006/relationships/image" Target="../media/image-1-197.png"/><Relationship Id="rId198" Type="http://schemas.openxmlformats.org/officeDocument/2006/relationships/image" Target="../media/image-1-198.png"/><Relationship Id="rId199" Type="http://schemas.openxmlformats.org/officeDocument/2006/relationships/image" Target="../media/image-1-199.png"/><Relationship Id="rId200" Type="http://schemas.openxmlformats.org/officeDocument/2006/relationships/image" Target="../media/image-1-200.png"/><Relationship Id="rId201" Type="http://schemas.openxmlformats.org/officeDocument/2006/relationships/image" Target="../media/image-1-201.png"/><Relationship Id="rId202" Type="http://schemas.openxmlformats.org/officeDocument/2006/relationships/image" Target="../media/image-1-202.png"/><Relationship Id="rId203" Type="http://schemas.openxmlformats.org/officeDocument/2006/relationships/image" Target="../media/image-1-203.png"/><Relationship Id="rId204" Type="http://schemas.openxmlformats.org/officeDocument/2006/relationships/image" Target="../media/image-1-204.png"/><Relationship Id="rId205" Type="http://schemas.openxmlformats.org/officeDocument/2006/relationships/image" Target="../media/image-1-205.png"/><Relationship Id="rId206" Type="http://schemas.openxmlformats.org/officeDocument/2006/relationships/image" Target="../media/image-1-206.png"/><Relationship Id="rId207" Type="http://schemas.openxmlformats.org/officeDocument/2006/relationships/image" Target="../media/image-1-207.png"/><Relationship Id="rId208" Type="http://schemas.openxmlformats.org/officeDocument/2006/relationships/image" Target="../media/image-1-208.png"/><Relationship Id="rId209" Type="http://schemas.openxmlformats.org/officeDocument/2006/relationships/image" Target="../media/image-1-209.png"/><Relationship Id="rId210" Type="http://schemas.openxmlformats.org/officeDocument/2006/relationships/image" Target="../media/image-1-210.png"/><Relationship Id="rId211" Type="http://schemas.openxmlformats.org/officeDocument/2006/relationships/image" Target="../media/image-1-211.png"/><Relationship Id="rId212" Type="http://schemas.openxmlformats.org/officeDocument/2006/relationships/image" Target="../media/image-1-212.png"/><Relationship Id="rId213" Type="http://schemas.openxmlformats.org/officeDocument/2006/relationships/image" Target="../media/image-1-213.png"/><Relationship Id="rId214" Type="http://schemas.openxmlformats.org/officeDocument/2006/relationships/image" Target="../media/image-1-214.png"/><Relationship Id="rId215" Type="http://schemas.openxmlformats.org/officeDocument/2006/relationships/image" Target="../media/image-1-215.png"/><Relationship Id="rId216" Type="http://schemas.openxmlformats.org/officeDocument/2006/relationships/image" Target="../media/image-1-216.png"/><Relationship Id="rId217" Type="http://schemas.openxmlformats.org/officeDocument/2006/relationships/image" Target="../media/image-1-217.png"/><Relationship Id="rId218" Type="http://schemas.openxmlformats.org/officeDocument/2006/relationships/image" Target="../media/image-1-218.png"/><Relationship Id="rId219" Type="http://schemas.openxmlformats.org/officeDocument/2006/relationships/image" Target="../media/image-1-219.png"/><Relationship Id="rId220" Type="http://schemas.openxmlformats.org/officeDocument/2006/relationships/image" Target="../media/image-1-220.png"/><Relationship Id="rId221" Type="http://schemas.openxmlformats.org/officeDocument/2006/relationships/image" Target="../media/image-1-221.png"/><Relationship Id="rId222" Type="http://schemas.openxmlformats.org/officeDocument/2006/relationships/image" Target="../media/image-1-222.png"/><Relationship Id="rId223" Type="http://schemas.openxmlformats.org/officeDocument/2006/relationships/image" Target="../media/image-1-223.png"/><Relationship Id="rId224" Type="http://schemas.openxmlformats.org/officeDocument/2006/relationships/image" Target="../media/image-1-224.png"/><Relationship Id="rId225" Type="http://schemas.openxmlformats.org/officeDocument/2006/relationships/image" Target="../media/image-1-225.png"/><Relationship Id="rId226" Type="http://schemas.openxmlformats.org/officeDocument/2006/relationships/image" Target="../media/image-1-226.png"/><Relationship Id="rId227" Type="http://schemas.openxmlformats.org/officeDocument/2006/relationships/image" Target="../media/image-1-227.png"/><Relationship Id="rId228" Type="http://schemas.openxmlformats.org/officeDocument/2006/relationships/image" Target="../media/image-1-228.png"/><Relationship Id="rId229" Type="http://schemas.openxmlformats.org/officeDocument/2006/relationships/image" Target="../media/image-1-229.png"/><Relationship Id="rId230" Type="http://schemas.openxmlformats.org/officeDocument/2006/relationships/image" Target="../media/image-1-230.png"/><Relationship Id="rId231" Type="http://schemas.openxmlformats.org/officeDocument/2006/relationships/image" Target="../media/image-1-231.png"/><Relationship Id="rId232" Type="http://schemas.openxmlformats.org/officeDocument/2006/relationships/image" Target="../media/image-1-232.png"/><Relationship Id="rId233" Type="http://schemas.openxmlformats.org/officeDocument/2006/relationships/image" Target="../media/image-1-233.png"/><Relationship Id="rId234" Type="http://schemas.openxmlformats.org/officeDocument/2006/relationships/image" Target="../media/image-1-234.png"/><Relationship Id="rId235" Type="http://schemas.openxmlformats.org/officeDocument/2006/relationships/image" Target="../media/image-1-235.png"/><Relationship Id="rId236" Type="http://schemas.openxmlformats.org/officeDocument/2006/relationships/image" Target="../media/image-1-236.png"/><Relationship Id="rId237" Type="http://schemas.openxmlformats.org/officeDocument/2006/relationships/image" Target="../media/image-1-237.png"/><Relationship Id="rId238" Type="http://schemas.openxmlformats.org/officeDocument/2006/relationships/image" Target="../media/image-1-238.png"/><Relationship Id="rId239" Type="http://schemas.openxmlformats.org/officeDocument/2006/relationships/image" Target="../media/image-1-239.png"/><Relationship Id="rId240" Type="http://schemas.openxmlformats.org/officeDocument/2006/relationships/image" Target="../media/image-1-240.png"/><Relationship Id="rId241" Type="http://schemas.openxmlformats.org/officeDocument/2006/relationships/image" Target="../media/image-1-241.png"/><Relationship Id="rId242" Type="http://schemas.openxmlformats.org/officeDocument/2006/relationships/image" Target="../media/image-1-242.png"/><Relationship Id="rId243" Type="http://schemas.openxmlformats.org/officeDocument/2006/relationships/image" Target="../media/image-1-243.png"/><Relationship Id="rId244" Type="http://schemas.openxmlformats.org/officeDocument/2006/relationships/image" Target="../media/image-1-244.png"/><Relationship Id="rId245" Type="http://schemas.openxmlformats.org/officeDocument/2006/relationships/image" Target="../media/image-1-245.png"/><Relationship Id="rId246" Type="http://schemas.openxmlformats.org/officeDocument/2006/relationships/image" Target="../media/image-1-246.png"/><Relationship Id="rId247" Type="http://schemas.openxmlformats.org/officeDocument/2006/relationships/image" Target="../media/image-1-247.png"/><Relationship Id="rId248" Type="http://schemas.openxmlformats.org/officeDocument/2006/relationships/image" Target="../media/image-1-248.png"/><Relationship Id="rId249" Type="http://schemas.openxmlformats.org/officeDocument/2006/relationships/image" Target="../media/image-1-249.png"/><Relationship Id="rId250" Type="http://schemas.openxmlformats.org/officeDocument/2006/relationships/image" Target="../media/image-1-250.png"/><Relationship Id="rId251" Type="http://schemas.openxmlformats.org/officeDocument/2006/relationships/image" Target="../media/image-1-251.png"/><Relationship Id="rId252" Type="http://schemas.openxmlformats.org/officeDocument/2006/relationships/image" Target="../media/image-1-252.png"/><Relationship Id="rId253" Type="http://schemas.openxmlformats.org/officeDocument/2006/relationships/image" Target="../media/image-1-253.png"/><Relationship Id="rId254" Type="http://schemas.openxmlformats.org/officeDocument/2006/relationships/image" Target="../media/image-1-254.png"/><Relationship Id="rId255" Type="http://schemas.openxmlformats.org/officeDocument/2006/relationships/image" Target="../media/image-1-255.png"/><Relationship Id="rId256" Type="http://schemas.openxmlformats.org/officeDocument/2006/relationships/image" Target="../media/image-1-256.png"/><Relationship Id="rId257" Type="http://schemas.openxmlformats.org/officeDocument/2006/relationships/image" Target="../media/image-1-257.png"/><Relationship Id="rId258" Type="http://schemas.openxmlformats.org/officeDocument/2006/relationships/image" Target="../media/image-1-258.png"/><Relationship Id="rId259" Type="http://schemas.openxmlformats.org/officeDocument/2006/relationships/image" Target="../media/image-1-259.png"/><Relationship Id="rId260" Type="http://schemas.openxmlformats.org/officeDocument/2006/relationships/image" Target="../media/image-1-260.png"/><Relationship Id="rId261" Type="http://schemas.openxmlformats.org/officeDocument/2006/relationships/image" Target="../media/image-1-261.png"/><Relationship Id="rId262" Type="http://schemas.openxmlformats.org/officeDocument/2006/relationships/image" Target="../media/image-1-262.png"/><Relationship Id="rId263" Type="http://schemas.openxmlformats.org/officeDocument/2006/relationships/image" Target="../media/image-1-263.png"/><Relationship Id="rId264" Type="http://schemas.openxmlformats.org/officeDocument/2006/relationships/image" Target="../media/image-1-264.png"/><Relationship Id="rId265" Type="http://schemas.openxmlformats.org/officeDocument/2006/relationships/image" Target="../media/image-1-265.png"/><Relationship Id="rId266" Type="http://schemas.openxmlformats.org/officeDocument/2006/relationships/image" Target="../media/image-1-266.png"/><Relationship Id="rId267" Type="http://schemas.openxmlformats.org/officeDocument/2006/relationships/image" Target="../media/image-1-267.png"/><Relationship Id="rId268" Type="http://schemas.openxmlformats.org/officeDocument/2006/relationships/image" Target="../media/image-1-268.png"/><Relationship Id="rId269" Type="http://schemas.openxmlformats.org/officeDocument/2006/relationships/image" Target="../media/image-1-269.png"/><Relationship Id="rId270" Type="http://schemas.openxmlformats.org/officeDocument/2006/relationships/image" Target="../media/image-1-270.png"/><Relationship Id="rId271" Type="http://schemas.openxmlformats.org/officeDocument/2006/relationships/image" Target="../media/image-1-271.png"/><Relationship Id="rId272" Type="http://schemas.openxmlformats.org/officeDocument/2006/relationships/image" Target="../media/image-1-272.png"/><Relationship Id="rId273" Type="http://schemas.openxmlformats.org/officeDocument/2006/relationships/image" Target="../media/image-1-273.png"/><Relationship Id="rId274" Type="http://schemas.openxmlformats.org/officeDocument/2006/relationships/image" Target="../media/image-1-274.png"/><Relationship Id="rId275" Type="http://schemas.openxmlformats.org/officeDocument/2006/relationships/image" Target="../media/image-1-275.png"/><Relationship Id="rId276" Type="http://schemas.openxmlformats.org/officeDocument/2006/relationships/image" Target="../media/image-1-276.png"/><Relationship Id="rId277" Type="http://schemas.openxmlformats.org/officeDocument/2006/relationships/image" Target="../media/image-1-277.png"/><Relationship Id="rId278" Type="http://schemas.openxmlformats.org/officeDocument/2006/relationships/image" Target="../media/image-1-278.png"/><Relationship Id="rId279" Type="http://schemas.openxmlformats.org/officeDocument/2006/relationships/image" Target="../media/image-1-279.png"/><Relationship Id="rId280" Type="http://schemas.openxmlformats.org/officeDocument/2006/relationships/image" Target="../media/image-1-280.png"/><Relationship Id="rId281" Type="http://schemas.openxmlformats.org/officeDocument/2006/relationships/image" Target="../media/image-1-281.png"/><Relationship Id="rId282" Type="http://schemas.openxmlformats.org/officeDocument/2006/relationships/image" Target="../media/image-1-282.png"/><Relationship Id="rId283" Type="http://schemas.openxmlformats.org/officeDocument/2006/relationships/image" Target="../media/image-1-283.png"/><Relationship Id="rId284" Type="http://schemas.openxmlformats.org/officeDocument/2006/relationships/image" Target="../media/image-1-284.png"/><Relationship Id="rId285" Type="http://schemas.openxmlformats.org/officeDocument/2006/relationships/image" Target="../media/image-1-285.png"/><Relationship Id="rId286" Type="http://schemas.openxmlformats.org/officeDocument/2006/relationships/image" Target="../media/image-1-286.png"/><Relationship Id="rId287" Type="http://schemas.openxmlformats.org/officeDocument/2006/relationships/image" Target="../media/image-1-287.png"/><Relationship Id="rId288" Type="http://schemas.openxmlformats.org/officeDocument/2006/relationships/image" Target="../media/image-1-288.png"/><Relationship Id="rId289" Type="http://schemas.openxmlformats.org/officeDocument/2006/relationships/image" Target="../media/image-1-289.png"/><Relationship Id="rId290" Type="http://schemas.openxmlformats.org/officeDocument/2006/relationships/image" Target="../media/image-1-290.png"/><Relationship Id="rId291" Type="http://schemas.openxmlformats.org/officeDocument/2006/relationships/image" Target="../media/image-1-291.png"/><Relationship Id="rId292" Type="http://schemas.openxmlformats.org/officeDocument/2006/relationships/image" Target="../media/image-1-292.png"/><Relationship Id="rId293" Type="http://schemas.openxmlformats.org/officeDocument/2006/relationships/image" Target="../media/image-1-293.png"/><Relationship Id="rId294" Type="http://schemas.openxmlformats.org/officeDocument/2006/relationships/image" Target="../media/image-1-294.png"/><Relationship Id="rId295" Type="http://schemas.openxmlformats.org/officeDocument/2006/relationships/image" Target="../media/image-1-295.png"/><Relationship Id="rId296" Type="http://schemas.openxmlformats.org/officeDocument/2006/relationships/image" Target="../media/image-1-296.png"/><Relationship Id="rId297" Type="http://schemas.openxmlformats.org/officeDocument/2006/relationships/image" Target="../media/image-1-297.png"/><Relationship Id="rId298" Type="http://schemas.openxmlformats.org/officeDocument/2006/relationships/image" Target="../media/image-1-298.png"/><Relationship Id="rId299" Type="http://schemas.openxmlformats.org/officeDocument/2006/relationships/image" Target="../media/image-1-299.png"/><Relationship Id="rId300" Type="http://schemas.openxmlformats.org/officeDocument/2006/relationships/image" Target="../media/image-1-300.png"/><Relationship Id="rId301" Type="http://schemas.openxmlformats.org/officeDocument/2006/relationships/image" Target="../media/image-1-301.png"/><Relationship Id="rId302" Type="http://schemas.openxmlformats.org/officeDocument/2006/relationships/image" Target="../media/image-1-302.png"/><Relationship Id="rId303" Type="http://schemas.openxmlformats.org/officeDocument/2006/relationships/image" Target="../media/image-1-303.png"/><Relationship Id="rId304" Type="http://schemas.openxmlformats.org/officeDocument/2006/relationships/image" Target="../media/image-1-304.png"/><Relationship Id="rId305" Type="http://schemas.openxmlformats.org/officeDocument/2006/relationships/image" Target="../media/image-1-305.png"/><Relationship Id="rId306" Type="http://schemas.openxmlformats.org/officeDocument/2006/relationships/image" Target="../media/image-1-306.png"/><Relationship Id="rId307" Type="http://schemas.openxmlformats.org/officeDocument/2006/relationships/image" Target="../media/image-1-307.png"/><Relationship Id="rId308" Type="http://schemas.openxmlformats.org/officeDocument/2006/relationships/image" Target="../media/image-1-308.png"/><Relationship Id="rId309" Type="http://schemas.openxmlformats.org/officeDocument/2006/relationships/image" Target="../media/image-1-309.png"/><Relationship Id="rId310" Type="http://schemas.openxmlformats.org/officeDocument/2006/relationships/image" Target="../media/image-1-310.png"/><Relationship Id="rId311" Type="http://schemas.openxmlformats.org/officeDocument/2006/relationships/image" Target="../media/image-1-311.png"/><Relationship Id="rId312" Type="http://schemas.openxmlformats.org/officeDocument/2006/relationships/image" Target="../media/image-1-312.png"/><Relationship Id="rId313" Type="http://schemas.openxmlformats.org/officeDocument/2006/relationships/image" Target="../media/image-1-313.png"/><Relationship Id="rId314" Type="http://schemas.openxmlformats.org/officeDocument/2006/relationships/image" Target="../media/image-1-314.png"/><Relationship Id="rId315" Type="http://schemas.openxmlformats.org/officeDocument/2006/relationships/image" Target="../media/image-1-315.png"/><Relationship Id="rId316" Type="http://schemas.openxmlformats.org/officeDocument/2006/relationships/image" Target="../media/image-1-316.png"/><Relationship Id="rId317" Type="http://schemas.openxmlformats.org/officeDocument/2006/relationships/image" Target="../media/image-1-317.png"/><Relationship Id="rId318" Type="http://schemas.openxmlformats.org/officeDocument/2006/relationships/image" Target="../media/image-1-318.png"/><Relationship Id="rId319" Type="http://schemas.openxmlformats.org/officeDocument/2006/relationships/image" Target="../media/image-1-319.png"/><Relationship Id="rId320" Type="http://schemas.openxmlformats.org/officeDocument/2006/relationships/image" Target="../media/image-1-320.png"/><Relationship Id="rId321" Type="http://schemas.openxmlformats.org/officeDocument/2006/relationships/image" Target="../media/image-1-321.png"/><Relationship Id="rId322" Type="http://schemas.openxmlformats.org/officeDocument/2006/relationships/image" Target="../media/image-1-322.png"/><Relationship Id="rId323" Type="http://schemas.openxmlformats.org/officeDocument/2006/relationships/image" Target="../media/image-1-323.png"/><Relationship Id="rId324" Type="http://schemas.openxmlformats.org/officeDocument/2006/relationships/image" Target="../media/image-1-324.png"/><Relationship Id="rId325" Type="http://schemas.openxmlformats.org/officeDocument/2006/relationships/image" Target="../media/image-1-325.png"/><Relationship Id="rId326" Type="http://schemas.openxmlformats.org/officeDocument/2006/relationships/image" Target="../media/image-1-326.png"/><Relationship Id="rId327" Type="http://schemas.openxmlformats.org/officeDocument/2006/relationships/image" Target="../media/image-1-327.png"/><Relationship Id="rId328" Type="http://schemas.openxmlformats.org/officeDocument/2006/relationships/image" Target="../media/image-1-328.png"/><Relationship Id="rId329" Type="http://schemas.openxmlformats.org/officeDocument/2006/relationships/image" Target="../media/image-1-329.png"/><Relationship Id="rId330" Type="http://schemas.openxmlformats.org/officeDocument/2006/relationships/image" Target="../media/image-1-330.png"/><Relationship Id="rId331" Type="http://schemas.openxmlformats.org/officeDocument/2006/relationships/image" Target="../media/image-1-331.png"/><Relationship Id="rId332" Type="http://schemas.openxmlformats.org/officeDocument/2006/relationships/image" Target="../media/image-1-332.png"/><Relationship Id="rId333" Type="http://schemas.openxmlformats.org/officeDocument/2006/relationships/image" Target="../media/image-1-333.png"/><Relationship Id="rId334" Type="http://schemas.openxmlformats.org/officeDocument/2006/relationships/image" Target="../media/image-1-334.png"/><Relationship Id="rId335" Type="http://schemas.openxmlformats.org/officeDocument/2006/relationships/image" Target="../media/image-1-335.png"/><Relationship Id="rId336" Type="http://schemas.openxmlformats.org/officeDocument/2006/relationships/image" Target="../media/image-1-336.png"/><Relationship Id="rId337" Type="http://schemas.openxmlformats.org/officeDocument/2006/relationships/image" Target="../media/image-1-337.png"/><Relationship Id="rId338" Type="http://schemas.openxmlformats.org/officeDocument/2006/relationships/image" Target="../media/image-1-338.png"/><Relationship Id="rId339" Type="http://schemas.openxmlformats.org/officeDocument/2006/relationships/image" Target="../media/image-1-339.png"/><Relationship Id="rId340" Type="http://schemas.openxmlformats.org/officeDocument/2006/relationships/image" Target="../media/image-1-340.png"/><Relationship Id="rId341" Type="http://schemas.openxmlformats.org/officeDocument/2006/relationships/image" Target="../media/image-1-341.png"/><Relationship Id="rId342" Type="http://schemas.openxmlformats.org/officeDocument/2006/relationships/image" Target="../media/image-1-342.png"/><Relationship Id="rId343" Type="http://schemas.openxmlformats.org/officeDocument/2006/relationships/image" Target="../media/image-1-343.png"/><Relationship Id="rId344" Type="http://schemas.openxmlformats.org/officeDocument/2006/relationships/image" Target="../media/image-1-344.png"/><Relationship Id="rId345" Type="http://schemas.openxmlformats.org/officeDocument/2006/relationships/image" Target="../media/image-1-345.png"/><Relationship Id="rId346" Type="http://schemas.openxmlformats.org/officeDocument/2006/relationships/image" Target="../media/image-1-346.png"/><Relationship Id="rId347" Type="http://schemas.openxmlformats.org/officeDocument/2006/relationships/image" Target="../media/image-1-347.png"/><Relationship Id="rId348" Type="http://schemas.openxmlformats.org/officeDocument/2006/relationships/image" Target="../media/image-1-348.png"/><Relationship Id="rId349" Type="http://schemas.openxmlformats.org/officeDocument/2006/relationships/image" Target="../media/image-1-349.png"/><Relationship Id="rId350" Type="http://schemas.openxmlformats.org/officeDocument/2006/relationships/image" Target="../media/image-1-350.png"/><Relationship Id="rId351" Type="http://schemas.openxmlformats.org/officeDocument/2006/relationships/image" Target="../media/image-1-351.png"/><Relationship Id="rId352" Type="http://schemas.openxmlformats.org/officeDocument/2006/relationships/image" Target="../media/image-1-352.png"/><Relationship Id="rId353" Type="http://schemas.openxmlformats.org/officeDocument/2006/relationships/image" Target="../media/image-1-353.png"/><Relationship Id="rId354" Type="http://schemas.openxmlformats.org/officeDocument/2006/relationships/image" Target="../media/image-1-354.png"/><Relationship Id="rId355" Type="http://schemas.openxmlformats.org/officeDocument/2006/relationships/image" Target="../media/image-1-355.png"/><Relationship Id="rId356" Type="http://schemas.openxmlformats.org/officeDocument/2006/relationships/image" Target="../media/image-1-356.png"/><Relationship Id="rId357" Type="http://schemas.openxmlformats.org/officeDocument/2006/relationships/image" Target="../media/image-1-357.png"/><Relationship Id="rId358" Type="http://schemas.openxmlformats.org/officeDocument/2006/relationships/image" Target="../media/image-1-358.png"/><Relationship Id="rId359" Type="http://schemas.openxmlformats.org/officeDocument/2006/relationships/image" Target="../media/image-1-359.png"/><Relationship Id="rId360" Type="http://schemas.openxmlformats.org/officeDocument/2006/relationships/image" Target="../media/image-1-360.png"/><Relationship Id="rId361" Type="http://schemas.openxmlformats.org/officeDocument/2006/relationships/image" Target="../media/image-1-361.png"/><Relationship Id="rId362" Type="http://schemas.openxmlformats.org/officeDocument/2006/relationships/image" Target="../media/image-1-362.png"/><Relationship Id="rId363" Type="http://schemas.openxmlformats.org/officeDocument/2006/relationships/image" Target="../media/image-1-363.png"/><Relationship Id="rId364" Type="http://schemas.openxmlformats.org/officeDocument/2006/relationships/image" Target="../media/image-1-364.png"/><Relationship Id="rId365" Type="http://schemas.openxmlformats.org/officeDocument/2006/relationships/image" Target="../media/image-1-365.png"/><Relationship Id="rId366" Type="http://schemas.openxmlformats.org/officeDocument/2006/relationships/image" Target="../media/image-1-366.png"/><Relationship Id="rId367" Type="http://schemas.openxmlformats.org/officeDocument/2006/relationships/image" Target="../media/image-1-367.png"/><Relationship Id="rId368" Type="http://schemas.openxmlformats.org/officeDocument/2006/relationships/image" Target="../media/image-1-368.png"/><Relationship Id="rId369" Type="http://schemas.openxmlformats.org/officeDocument/2006/relationships/image" Target="../media/image-1-369.png"/><Relationship Id="rId370" Type="http://schemas.openxmlformats.org/officeDocument/2006/relationships/image" Target="../media/image-1-370.png"/><Relationship Id="rId371" Type="http://schemas.openxmlformats.org/officeDocument/2006/relationships/image" Target="../media/image-1-371.png"/><Relationship Id="rId372" Type="http://schemas.openxmlformats.org/officeDocument/2006/relationships/image" Target="../media/image-1-372.png"/><Relationship Id="rId373" Type="http://schemas.openxmlformats.org/officeDocument/2006/relationships/image" Target="../media/image-1-373.png"/><Relationship Id="rId374" Type="http://schemas.openxmlformats.org/officeDocument/2006/relationships/image" Target="../media/image-1-374.png"/><Relationship Id="rId375" Type="http://schemas.openxmlformats.org/officeDocument/2006/relationships/image" Target="../media/image-1-375.png"/><Relationship Id="rId376" Type="http://schemas.openxmlformats.org/officeDocument/2006/relationships/image" Target="../media/image-1-376.png"/><Relationship Id="rId377" Type="http://schemas.openxmlformats.org/officeDocument/2006/relationships/image" Target="../media/image-1-377.png"/><Relationship Id="rId378" Type="http://schemas.openxmlformats.org/officeDocument/2006/relationships/image" Target="../media/image-1-378.png"/><Relationship Id="rId379" Type="http://schemas.openxmlformats.org/officeDocument/2006/relationships/image" Target="../media/image-1-379.png"/><Relationship Id="rId380" Type="http://schemas.openxmlformats.org/officeDocument/2006/relationships/image" Target="../media/image-1-380.png"/><Relationship Id="rId381" Type="http://schemas.openxmlformats.org/officeDocument/2006/relationships/image" Target="../media/image-1-381.png"/><Relationship Id="rId382" Type="http://schemas.openxmlformats.org/officeDocument/2006/relationships/image" Target="../media/image-1-382.png"/><Relationship Id="rId383" Type="http://schemas.openxmlformats.org/officeDocument/2006/relationships/image" Target="../media/image-1-383.png"/><Relationship Id="rId384" Type="http://schemas.openxmlformats.org/officeDocument/2006/relationships/image" Target="../media/image-1-384.png"/><Relationship Id="rId385" Type="http://schemas.openxmlformats.org/officeDocument/2006/relationships/image" Target="../media/image-1-385.png"/><Relationship Id="rId386" Type="http://schemas.openxmlformats.org/officeDocument/2006/relationships/image" Target="../media/image-1-386.png"/><Relationship Id="rId387" Type="http://schemas.openxmlformats.org/officeDocument/2006/relationships/image" Target="../media/image-1-387.png"/><Relationship Id="rId388" Type="http://schemas.openxmlformats.org/officeDocument/2006/relationships/image" Target="../media/image-1-388.png"/><Relationship Id="rId389" Type="http://schemas.openxmlformats.org/officeDocument/2006/relationships/image" Target="../media/image-1-389.png"/><Relationship Id="rId390" Type="http://schemas.openxmlformats.org/officeDocument/2006/relationships/image" Target="../media/image-1-390.png"/><Relationship Id="rId391" Type="http://schemas.openxmlformats.org/officeDocument/2006/relationships/image" Target="../media/image-1-391.png"/><Relationship Id="rId392" Type="http://schemas.openxmlformats.org/officeDocument/2006/relationships/image" Target="../media/image-1-392.png"/><Relationship Id="rId393" Type="http://schemas.openxmlformats.org/officeDocument/2006/relationships/image" Target="../media/image-1-393.png"/><Relationship Id="rId394" Type="http://schemas.openxmlformats.org/officeDocument/2006/relationships/image" Target="../media/image-1-394.png"/><Relationship Id="rId395" Type="http://schemas.openxmlformats.org/officeDocument/2006/relationships/image" Target="../media/image-1-395.png"/><Relationship Id="rId396" Type="http://schemas.openxmlformats.org/officeDocument/2006/relationships/image" Target="../media/image-1-396.png"/><Relationship Id="rId397" Type="http://schemas.openxmlformats.org/officeDocument/2006/relationships/image" Target="../media/image-1-397.png"/><Relationship Id="rId398" Type="http://schemas.openxmlformats.org/officeDocument/2006/relationships/image" Target="../media/image-1-398.png"/><Relationship Id="rId399" Type="http://schemas.openxmlformats.org/officeDocument/2006/relationships/image" Target="../media/image-1-399.png"/><Relationship Id="rId400" Type="http://schemas.openxmlformats.org/officeDocument/2006/relationships/image" Target="../media/image-1-400.png"/><Relationship Id="rId401" Type="http://schemas.openxmlformats.org/officeDocument/2006/relationships/image" Target="../media/image-1-401.png"/><Relationship Id="rId402" Type="http://schemas.openxmlformats.org/officeDocument/2006/relationships/image" Target="../media/image-1-402.png"/><Relationship Id="rId403" Type="http://schemas.openxmlformats.org/officeDocument/2006/relationships/image" Target="../media/image-1-403.png"/><Relationship Id="rId404" Type="http://schemas.openxmlformats.org/officeDocument/2006/relationships/image" Target="../media/image-1-404.png"/><Relationship Id="rId405" Type="http://schemas.openxmlformats.org/officeDocument/2006/relationships/image" Target="../media/image-1-405.png"/><Relationship Id="rId406" Type="http://schemas.openxmlformats.org/officeDocument/2006/relationships/image" Target="../media/image-1-406.png"/><Relationship Id="rId407" Type="http://schemas.openxmlformats.org/officeDocument/2006/relationships/image" Target="../media/image-1-407.png"/><Relationship Id="rId408" Type="http://schemas.openxmlformats.org/officeDocument/2006/relationships/image" Target="../media/image-1-408.png"/><Relationship Id="rId409" Type="http://schemas.openxmlformats.org/officeDocument/2006/relationships/image" Target="../media/image-1-409.png"/><Relationship Id="rId410" Type="http://schemas.openxmlformats.org/officeDocument/2006/relationships/image" Target="../media/image-1-410.png"/><Relationship Id="rId411" Type="http://schemas.openxmlformats.org/officeDocument/2006/relationships/image" Target="../media/image-1-411.png"/><Relationship Id="rId412" Type="http://schemas.openxmlformats.org/officeDocument/2006/relationships/image" Target="../media/image-1-412.png"/><Relationship Id="rId413" Type="http://schemas.openxmlformats.org/officeDocument/2006/relationships/image" Target="../media/image-1-413.png"/><Relationship Id="rId414" Type="http://schemas.openxmlformats.org/officeDocument/2006/relationships/image" Target="../media/image-1-414.png"/><Relationship Id="rId415" Type="http://schemas.openxmlformats.org/officeDocument/2006/relationships/image" Target="../media/image-1-415.png"/><Relationship Id="rId416" Type="http://schemas.openxmlformats.org/officeDocument/2006/relationships/image" Target="../media/image-1-416.png"/><Relationship Id="rId417" Type="http://schemas.openxmlformats.org/officeDocument/2006/relationships/image" Target="../media/image-1-417.png"/><Relationship Id="rId418" Type="http://schemas.openxmlformats.org/officeDocument/2006/relationships/image" Target="../media/image-1-418.png"/><Relationship Id="rId419" Type="http://schemas.openxmlformats.org/officeDocument/2006/relationships/image" Target="../media/image-1-419.png"/><Relationship Id="rId420" Type="http://schemas.openxmlformats.org/officeDocument/2006/relationships/image" Target="../media/image-1-420.png"/><Relationship Id="rId421" Type="http://schemas.openxmlformats.org/officeDocument/2006/relationships/image" Target="../media/image-1-421.png"/><Relationship Id="rId422" Type="http://schemas.openxmlformats.org/officeDocument/2006/relationships/image" Target="../media/image-1-422.png"/><Relationship Id="rId423" Type="http://schemas.openxmlformats.org/officeDocument/2006/relationships/image" Target="../media/image-1-423.png"/><Relationship Id="rId424" Type="http://schemas.openxmlformats.org/officeDocument/2006/relationships/image" Target="../media/image-1-424.png"/><Relationship Id="rId425" Type="http://schemas.openxmlformats.org/officeDocument/2006/relationships/image" Target="../media/image-1-425.png"/><Relationship Id="rId426" Type="http://schemas.openxmlformats.org/officeDocument/2006/relationships/image" Target="../media/image-1-426.png"/><Relationship Id="rId427" Type="http://schemas.openxmlformats.org/officeDocument/2006/relationships/image" Target="../media/image-1-427.png"/><Relationship Id="rId428" Type="http://schemas.openxmlformats.org/officeDocument/2006/relationships/image" Target="../media/image-1-428.png"/><Relationship Id="rId429" Type="http://schemas.openxmlformats.org/officeDocument/2006/relationships/image" Target="../media/image-1-429.png"/><Relationship Id="rId430" Type="http://schemas.openxmlformats.org/officeDocument/2006/relationships/image" Target="../media/image-1-430.png"/><Relationship Id="rId431" Type="http://schemas.openxmlformats.org/officeDocument/2006/relationships/image" Target="../media/image-1-431.png"/><Relationship Id="rId432" Type="http://schemas.openxmlformats.org/officeDocument/2006/relationships/image" Target="../media/image-1-432.png"/><Relationship Id="rId433" Type="http://schemas.openxmlformats.org/officeDocument/2006/relationships/image" Target="../media/image-1-433.png"/><Relationship Id="rId434" Type="http://schemas.openxmlformats.org/officeDocument/2006/relationships/image" Target="../media/image-1-434.png"/><Relationship Id="rId435" Type="http://schemas.openxmlformats.org/officeDocument/2006/relationships/image" Target="../media/image-1-435.png"/><Relationship Id="rId436" Type="http://schemas.openxmlformats.org/officeDocument/2006/relationships/image" Target="../media/image-1-436.png"/><Relationship Id="rId437" Type="http://schemas.openxmlformats.org/officeDocument/2006/relationships/image" Target="../media/image-1-437.png"/><Relationship Id="rId438" Type="http://schemas.openxmlformats.org/officeDocument/2006/relationships/image" Target="../media/image-1-438.png"/><Relationship Id="rId439" Type="http://schemas.openxmlformats.org/officeDocument/2006/relationships/image" Target="../media/image-1-439.png"/><Relationship Id="rId440" Type="http://schemas.openxmlformats.org/officeDocument/2006/relationships/image" Target="../media/image-1-440.png"/><Relationship Id="rId441" Type="http://schemas.openxmlformats.org/officeDocument/2006/relationships/image" Target="../media/image-1-441.png"/><Relationship Id="rId442" Type="http://schemas.openxmlformats.org/officeDocument/2006/relationships/image" Target="../media/image-1-442.png"/><Relationship Id="rId443" Type="http://schemas.openxmlformats.org/officeDocument/2006/relationships/image" Target="../media/image-1-443.png"/><Relationship Id="rId444" Type="http://schemas.openxmlformats.org/officeDocument/2006/relationships/image" Target="../media/image-1-444.png"/><Relationship Id="rId445" Type="http://schemas.openxmlformats.org/officeDocument/2006/relationships/image" Target="../media/image-1-445.png"/><Relationship Id="rId446" Type="http://schemas.openxmlformats.org/officeDocument/2006/relationships/image" Target="../media/image-1-446.png"/><Relationship Id="rId447" Type="http://schemas.openxmlformats.org/officeDocument/2006/relationships/image" Target="../media/image-1-447.png"/><Relationship Id="rId448" Type="http://schemas.openxmlformats.org/officeDocument/2006/relationships/image" Target="../media/image-1-448.png"/><Relationship Id="rId449" Type="http://schemas.openxmlformats.org/officeDocument/2006/relationships/image" Target="../media/image-1-449.png"/><Relationship Id="rId450" Type="http://schemas.openxmlformats.org/officeDocument/2006/relationships/image" Target="../media/image-1-450.png"/><Relationship Id="rId451" Type="http://schemas.openxmlformats.org/officeDocument/2006/relationships/image" Target="../media/image-1-451.png"/><Relationship Id="rId452" Type="http://schemas.openxmlformats.org/officeDocument/2006/relationships/image" Target="../media/image-1-452.png"/><Relationship Id="rId453" Type="http://schemas.openxmlformats.org/officeDocument/2006/relationships/image" Target="../media/image-1-453.png"/><Relationship Id="rId454" Type="http://schemas.openxmlformats.org/officeDocument/2006/relationships/image" Target="../media/image-1-454.png"/><Relationship Id="rId455" Type="http://schemas.openxmlformats.org/officeDocument/2006/relationships/image" Target="../media/image-1-455.png"/><Relationship Id="rId456" Type="http://schemas.openxmlformats.org/officeDocument/2006/relationships/image" Target="../media/image-1-456.png"/><Relationship Id="rId457" Type="http://schemas.openxmlformats.org/officeDocument/2006/relationships/image" Target="../media/image-1-457.png"/><Relationship Id="rId458" Type="http://schemas.openxmlformats.org/officeDocument/2006/relationships/image" Target="../media/image-1-458.png"/><Relationship Id="rId459" Type="http://schemas.openxmlformats.org/officeDocument/2006/relationships/image" Target="../media/image-1-459.png"/><Relationship Id="rId460" Type="http://schemas.openxmlformats.org/officeDocument/2006/relationships/image" Target="../media/image-1-460.png"/><Relationship Id="rId461" Type="http://schemas.openxmlformats.org/officeDocument/2006/relationships/image" Target="../media/image-1-461.png"/><Relationship Id="rId462" Type="http://schemas.openxmlformats.org/officeDocument/2006/relationships/image" Target="../media/image-1-462.png"/><Relationship Id="rId463" Type="http://schemas.openxmlformats.org/officeDocument/2006/relationships/image" Target="../media/image-1-463.png"/><Relationship Id="rId464" Type="http://schemas.openxmlformats.org/officeDocument/2006/relationships/image" Target="../media/image-1-464.png"/><Relationship Id="rId465" Type="http://schemas.openxmlformats.org/officeDocument/2006/relationships/image" Target="../media/image-1-465.png"/><Relationship Id="rId466" Type="http://schemas.openxmlformats.org/officeDocument/2006/relationships/image" Target="../media/image-1-466.png"/><Relationship Id="rId467" Type="http://schemas.openxmlformats.org/officeDocument/2006/relationships/image" Target="../media/image-1-467.png"/><Relationship Id="rId468" Type="http://schemas.openxmlformats.org/officeDocument/2006/relationships/image" Target="../media/image-1-468.png"/><Relationship Id="rId469" Type="http://schemas.openxmlformats.org/officeDocument/2006/relationships/image" Target="../media/image-1-469.png"/><Relationship Id="rId470" Type="http://schemas.openxmlformats.org/officeDocument/2006/relationships/image" Target="../media/image-1-470.png"/><Relationship Id="rId471" Type="http://schemas.openxmlformats.org/officeDocument/2006/relationships/image" Target="../media/image-1-471.png"/><Relationship Id="rId472" Type="http://schemas.openxmlformats.org/officeDocument/2006/relationships/image" Target="../media/image-1-472.png"/><Relationship Id="rId473" Type="http://schemas.openxmlformats.org/officeDocument/2006/relationships/image" Target="../media/image-1-473.png"/><Relationship Id="rId474" Type="http://schemas.openxmlformats.org/officeDocument/2006/relationships/image" Target="../media/image-1-474.png"/><Relationship Id="rId475" Type="http://schemas.openxmlformats.org/officeDocument/2006/relationships/image" Target="../media/image-1-475.png"/><Relationship Id="rId476" Type="http://schemas.openxmlformats.org/officeDocument/2006/relationships/image" Target="../media/image-1-476.png"/><Relationship Id="rId477" Type="http://schemas.openxmlformats.org/officeDocument/2006/relationships/image" Target="../media/image-1-477.png"/><Relationship Id="rId478" Type="http://schemas.openxmlformats.org/officeDocument/2006/relationships/image" Target="../media/image-1-478.png"/><Relationship Id="rId479" Type="http://schemas.openxmlformats.org/officeDocument/2006/relationships/slideLayout" Target="../slideLayouts/slideLayout1.xml"/><Relationship Id="rId48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" y="6512357"/>
            <a:ext cx="12209069" cy="32827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" y="6522415"/>
            <a:ext cx="12200839" cy="31912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587" y="6565392"/>
            <a:ext cx="266090" cy="27432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" y="21946"/>
            <a:ext cx="12200839" cy="681319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572" y="6516929"/>
            <a:ext cx="12200839" cy="31912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7159" y="6633058"/>
            <a:ext cx="247802" cy="20391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572" y="6746443"/>
            <a:ext cx="17374" cy="886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21" y="1350569"/>
            <a:ext cx="1364285" cy="184251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4461" y="2267712"/>
            <a:ext cx="26518" cy="2651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1210" y="3168396"/>
            <a:ext cx="35662" cy="2651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2089" y="1351483"/>
            <a:ext cx="5271516" cy="183428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2089" y="2051914"/>
            <a:ext cx="17374" cy="39867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089" y="2434133"/>
            <a:ext cx="1240841" cy="76169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7385" y="3167482"/>
            <a:ext cx="3650285" cy="1737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83003" y="2396642"/>
            <a:ext cx="71323" cy="58521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6953" y="1641348"/>
            <a:ext cx="5165446" cy="148864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36953" y="1641348"/>
            <a:ext cx="3925519" cy="28346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2089" y="1890065"/>
            <a:ext cx="71323" cy="23042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71316" y="3167482"/>
            <a:ext cx="17374" cy="2651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7338" y="3167482"/>
            <a:ext cx="17374" cy="2651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32958" y="1644091"/>
            <a:ext cx="43891" cy="26518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47926" y="1650492"/>
            <a:ext cx="5138928" cy="147035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45098" y="1645006"/>
            <a:ext cx="17374" cy="26518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36953" y="1909267"/>
            <a:ext cx="17374" cy="103693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32958" y="1650492"/>
            <a:ext cx="230429" cy="17374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899087" y="1349654"/>
            <a:ext cx="26518" cy="26518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15907" y="1352398"/>
            <a:ext cx="2693822" cy="2958998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987784" y="2197303"/>
            <a:ext cx="26518" cy="416052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002414" y="2847442"/>
            <a:ext cx="26518" cy="26518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95590" y="5442509"/>
            <a:ext cx="124358" cy="79553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899087" y="1355141"/>
            <a:ext cx="106070" cy="859536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3820" y="4552798"/>
            <a:ext cx="1293876" cy="929945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82151" y="4551883"/>
            <a:ext cx="221285" cy="26518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92847" y="4557370"/>
            <a:ext cx="4315054" cy="1656893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66914" y="2654503"/>
            <a:ext cx="398678" cy="398678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526426" y="3142793"/>
            <a:ext cx="26518" cy="17374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20356" y="4298594"/>
            <a:ext cx="17374" cy="26518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6421" y="3378708"/>
            <a:ext cx="7265822" cy="2835554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16698" y="3490265"/>
            <a:ext cx="26518" cy="35662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303313" y="3385109"/>
            <a:ext cx="124358" cy="106070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51967" y="3377794"/>
            <a:ext cx="655625" cy="26518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10482" y="3387852"/>
            <a:ext cx="2782519" cy="939089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64431" y="4312310"/>
            <a:ext cx="17374" cy="53035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61688" y="4347972"/>
            <a:ext cx="2932481" cy="1762963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274052" y="3529584"/>
            <a:ext cx="26518" cy="1913839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274052" y="3472891"/>
            <a:ext cx="159106" cy="71323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028078" y="3380537"/>
            <a:ext cx="292608" cy="26518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692908" y="3386938"/>
            <a:ext cx="4350715" cy="17374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821485" y="3378708"/>
            <a:ext cx="886054" cy="26518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84441" y="3482950"/>
            <a:ext cx="106070" cy="106070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534302" y="3473806"/>
            <a:ext cx="664769" cy="35662"/>
          </a:xfrm>
          <a:prstGeom prst="rect">
            <a:avLst/>
          </a:prstGeom>
        </p:spPr>
      </p:pic>
      <p:pic>
        <p:nvPicPr>
          <p:cNvPr id="5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370832" y="4397350"/>
            <a:ext cx="17374" cy="97841"/>
          </a:xfrm>
          <a:prstGeom prst="rect">
            <a:avLst/>
          </a:prstGeom>
        </p:spPr>
      </p:pic>
      <p:pic>
        <p:nvPicPr>
          <p:cNvPr id="5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271309" y="5428793"/>
            <a:ext cx="26518" cy="17374"/>
          </a:xfrm>
          <a:prstGeom prst="rect">
            <a:avLst/>
          </a:prstGeom>
        </p:spPr>
      </p:pic>
      <p:pic>
        <p:nvPicPr>
          <p:cNvPr id="5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364431" y="4347972"/>
            <a:ext cx="17374" cy="79553"/>
          </a:xfrm>
          <a:prstGeom prst="rect">
            <a:avLst/>
          </a:prstGeom>
        </p:spPr>
      </p:pic>
      <p:pic>
        <p:nvPicPr>
          <p:cNvPr id="56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370832" y="3485693"/>
            <a:ext cx="2303374" cy="753466"/>
          </a:xfrm>
          <a:prstGeom prst="rect">
            <a:avLst/>
          </a:prstGeom>
        </p:spPr>
      </p:pic>
      <p:pic>
        <p:nvPicPr>
          <p:cNvPr id="57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369918" y="4397350"/>
            <a:ext cx="2915107" cy="1700784"/>
          </a:xfrm>
          <a:prstGeom prst="rect">
            <a:avLst/>
          </a:prstGeom>
        </p:spPr>
      </p:pic>
      <p:pic>
        <p:nvPicPr>
          <p:cNvPr id="58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367174" y="4315968"/>
            <a:ext cx="17374" cy="97841"/>
          </a:xfrm>
          <a:prstGeom prst="rect">
            <a:avLst/>
          </a:prstGeom>
        </p:spPr>
      </p:pic>
      <p:pic>
        <p:nvPicPr>
          <p:cNvPr id="59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368089" y="4277563"/>
            <a:ext cx="230429" cy="79553"/>
          </a:xfrm>
          <a:prstGeom prst="rect">
            <a:avLst/>
          </a:prstGeom>
        </p:spPr>
      </p:pic>
      <p:pic>
        <p:nvPicPr>
          <p:cNvPr id="60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647688" y="3916375"/>
            <a:ext cx="230429" cy="292608"/>
          </a:xfrm>
          <a:prstGeom prst="rect">
            <a:avLst/>
          </a:prstGeom>
        </p:spPr>
      </p:pic>
      <p:pic>
        <p:nvPicPr>
          <p:cNvPr id="61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855257" y="3494837"/>
            <a:ext cx="434340" cy="1719072"/>
          </a:xfrm>
          <a:prstGeom prst="rect">
            <a:avLst/>
          </a:prstGeom>
        </p:spPr>
      </p:pic>
      <p:pic>
        <p:nvPicPr>
          <p:cNvPr id="62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102206" y="5825642"/>
            <a:ext cx="26518" cy="17374"/>
          </a:xfrm>
          <a:prstGeom prst="rect">
            <a:avLst/>
          </a:prstGeom>
        </p:spPr>
      </p:pic>
      <p:pic>
        <p:nvPicPr>
          <p:cNvPr id="63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155802" y="5815584"/>
            <a:ext cx="735178" cy="35662"/>
          </a:xfrm>
          <a:prstGeom prst="rect">
            <a:avLst/>
          </a:prstGeom>
        </p:spPr>
      </p:pic>
      <p:pic>
        <p:nvPicPr>
          <p:cNvPr id="64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877263" y="5602529"/>
            <a:ext cx="26518" cy="97841"/>
          </a:xfrm>
          <a:prstGeom prst="rect">
            <a:avLst/>
          </a:prstGeom>
        </p:spPr>
      </p:pic>
      <p:pic>
        <p:nvPicPr>
          <p:cNvPr id="65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877263" y="5876849"/>
            <a:ext cx="26518" cy="300838"/>
          </a:xfrm>
          <a:prstGeom prst="rect">
            <a:avLst/>
          </a:prstGeom>
        </p:spPr>
      </p:pic>
      <p:pic>
        <p:nvPicPr>
          <p:cNvPr id="66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51460" y="5540350"/>
            <a:ext cx="531266" cy="141732"/>
          </a:xfrm>
          <a:prstGeom prst="rect">
            <a:avLst/>
          </a:prstGeom>
        </p:spPr>
      </p:pic>
      <p:pic>
        <p:nvPicPr>
          <p:cNvPr id="6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79983" y="5814670"/>
            <a:ext cx="398678" cy="97841"/>
          </a:xfrm>
          <a:prstGeom prst="rect">
            <a:avLst/>
          </a:prstGeom>
        </p:spPr>
      </p:pic>
      <p:pic>
        <p:nvPicPr>
          <p:cNvPr id="68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51460" y="5913425"/>
            <a:ext cx="549554" cy="159106"/>
          </a:xfrm>
          <a:prstGeom prst="rect">
            <a:avLst/>
          </a:prstGeom>
        </p:spPr>
      </p:pic>
      <p:pic>
        <p:nvPicPr>
          <p:cNvPr id="69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489558" y="5837530"/>
            <a:ext cx="398678" cy="71323"/>
          </a:xfrm>
          <a:prstGeom prst="rect">
            <a:avLst/>
          </a:prstGeom>
        </p:spPr>
      </p:pic>
      <p:pic>
        <p:nvPicPr>
          <p:cNvPr id="70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550822" y="5413248"/>
            <a:ext cx="336499" cy="106070"/>
          </a:xfrm>
          <a:prstGeom prst="rect">
            <a:avLst/>
          </a:prstGeom>
        </p:spPr>
      </p:pic>
      <p:pic>
        <p:nvPicPr>
          <p:cNvPr id="71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169518" y="6206033"/>
            <a:ext cx="319126" cy="17374"/>
          </a:xfrm>
          <a:prstGeom prst="rect">
            <a:avLst/>
          </a:prstGeom>
        </p:spPr>
      </p:pic>
      <p:pic>
        <p:nvPicPr>
          <p:cNvPr id="72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78154" y="5982919"/>
            <a:ext cx="407822" cy="239573"/>
          </a:xfrm>
          <a:prstGeom prst="rect">
            <a:avLst/>
          </a:prstGeom>
        </p:spPr>
      </p:pic>
      <p:pic>
        <p:nvPicPr>
          <p:cNvPr id="73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468526" y="6206033"/>
            <a:ext cx="43891" cy="26518"/>
          </a:xfrm>
          <a:prstGeom prst="rect">
            <a:avLst/>
          </a:prstGeom>
        </p:spPr>
      </p:pic>
      <p:pic>
        <p:nvPicPr>
          <p:cNvPr id="74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13232" y="5975604"/>
            <a:ext cx="71323" cy="88697"/>
          </a:xfrm>
          <a:prstGeom prst="rect">
            <a:avLst/>
          </a:prstGeom>
        </p:spPr>
      </p:pic>
      <p:pic>
        <p:nvPicPr>
          <p:cNvPr id="75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82726" y="5396789"/>
            <a:ext cx="646481" cy="124358"/>
          </a:xfrm>
          <a:prstGeom prst="rect">
            <a:avLst/>
          </a:prstGeom>
        </p:spPr>
      </p:pic>
      <p:pic>
        <p:nvPicPr>
          <p:cNvPr id="76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719633" y="5527548"/>
            <a:ext cx="79553" cy="150876"/>
          </a:xfrm>
          <a:prstGeom prst="rect">
            <a:avLst/>
          </a:prstGeom>
        </p:spPr>
      </p:pic>
      <p:pic>
        <p:nvPicPr>
          <p:cNvPr id="77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150315" y="6206033"/>
            <a:ext cx="35662" cy="26518"/>
          </a:xfrm>
          <a:prstGeom prst="rect">
            <a:avLst/>
          </a:prstGeom>
        </p:spPr>
      </p:pic>
      <p:pic>
        <p:nvPicPr>
          <p:cNvPr id="78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398118" y="5401361"/>
            <a:ext cx="185623" cy="26518"/>
          </a:xfrm>
          <a:prstGeom prst="rect">
            <a:avLst/>
          </a:prstGeom>
        </p:spPr>
      </p:pic>
      <p:pic>
        <p:nvPicPr>
          <p:cNvPr id="79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369210" y="5930798"/>
            <a:ext cx="292608" cy="381305"/>
          </a:xfrm>
          <a:prstGeom prst="rect">
            <a:avLst/>
          </a:prstGeom>
        </p:spPr>
      </p:pic>
      <p:pic>
        <p:nvPicPr>
          <p:cNvPr id="80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7032650" y="6626657"/>
            <a:ext cx="247802" cy="141732"/>
          </a:xfrm>
          <a:prstGeom prst="rect">
            <a:avLst/>
          </a:prstGeom>
        </p:spPr>
      </p:pic>
      <p:pic>
        <p:nvPicPr>
          <p:cNvPr id="81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1998878" y="6584594"/>
            <a:ext cx="35662" cy="141732"/>
          </a:xfrm>
          <a:prstGeom prst="rect">
            <a:avLst/>
          </a:prstGeom>
        </p:spPr>
      </p:pic>
      <p:pic>
        <p:nvPicPr>
          <p:cNvPr id="82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919326" y="6628486"/>
            <a:ext cx="106070" cy="62179"/>
          </a:xfrm>
          <a:prstGeom prst="rect">
            <a:avLst/>
          </a:prstGeom>
        </p:spPr>
      </p:pic>
      <p:pic>
        <p:nvPicPr>
          <p:cNvPr id="83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541825" y="587959"/>
            <a:ext cx="523037" cy="593446"/>
          </a:xfrm>
          <a:prstGeom prst="rect">
            <a:avLst/>
          </a:prstGeom>
        </p:spPr>
      </p:pic>
      <p:pic>
        <p:nvPicPr>
          <p:cNvPr id="84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402982" y="674827"/>
            <a:ext cx="496519" cy="460858"/>
          </a:xfrm>
          <a:prstGeom prst="rect">
            <a:avLst/>
          </a:prstGeom>
        </p:spPr>
      </p:pic>
      <p:pic>
        <p:nvPicPr>
          <p:cNvPr id="85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5177333" y="833933"/>
            <a:ext cx="2117750" cy="115214"/>
          </a:xfrm>
          <a:prstGeom prst="rect">
            <a:avLst/>
          </a:prstGeom>
        </p:spPr>
      </p:pic>
      <p:pic>
        <p:nvPicPr>
          <p:cNvPr id="86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57277" y="1343254"/>
            <a:ext cx="1382573" cy="1842516"/>
          </a:xfrm>
          <a:prstGeom prst="rect">
            <a:avLst/>
          </a:prstGeom>
        </p:spPr>
      </p:pic>
      <p:pic>
        <p:nvPicPr>
          <p:cNvPr id="87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2075688" y="1345082"/>
            <a:ext cx="5289804" cy="1842516"/>
          </a:xfrm>
          <a:prstGeom prst="rect">
            <a:avLst/>
          </a:prstGeom>
        </p:spPr>
      </p:pic>
      <p:pic>
        <p:nvPicPr>
          <p:cNvPr id="88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9312250" y="1345082"/>
            <a:ext cx="2711196" cy="2977286"/>
          </a:xfrm>
          <a:prstGeom prst="rect">
            <a:avLst/>
          </a:prstGeom>
        </p:spPr>
      </p:pic>
      <p:pic>
        <p:nvPicPr>
          <p:cNvPr id="89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319565" y="1356970"/>
            <a:ext cx="2684678" cy="2950769"/>
          </a:xfrm>
          <a:prstGeom prst="rect">
            <a:avLst/>
          </a:prstGeom>
        </p:spPr>
      </p:pic>
      <p:pic>
        <p:nvPicPr>
          <p:cNvPr id="90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70993" y="1355141"/>
            <a:ext cx="1356055" cy="1825142"/>
          </a:xfrm>
          <a:prstGeom prst="rect">
            <a:avLst/>
          </a:prstGeom>
        </p:spPr>
      </p:pic>
      <p:pic>
        <p:nvPicPr>
          <p:cNvPr id="91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2086661" y="1356055"/>
            <a:ext cx="5263286" cy="1825142"/>
          </a:xfrm>
          <a:prstGeom prst="rect">
            <a:avLst/>
          </a:prstGeom>
        </p:spPr>
      </p:pic>
      <p:pic>
        <p:nvPicPr>
          <p:cNvPr id="92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11902745" y="1354226"/>
            <a:ext cx="106070" cy="1258214"/>
          </a:xfrm>
          <a:prstGeom prst="rect">
            <a:avLst/>
          </a:prstGeom>
        </p:spPr>
      </p:pic>
      <p:pic>
        <p:nvPicPr>
          <p:cNvPr id="93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2141525" y="1645920"/>
            <a:ext cx="5156302" cy="1479499"/>
          </a:xfrm>
          <a:prstGeom prst="rect">
            <a:avLst/>
          </a:prstGeom>
        </p:spPr>
      </p:pic>
      <p:pic>
        <p:nvPicPr>
          <p:cNvPr id="94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5837530" y="1648663"/>
            <a:ext cx="221285" cy="17374"/>
          </a:xfrm>
          <a:prstGeom prst="rect">
            <a:avLst/>
          </a:prstGeom>
        </p:spPr>
      </p:pic>
      <p:pic>
        <p:nvPicPr>
          <p:cNvPr id="95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2152498" y="1655064"/>
            <a:ext cx="5129784" cy="1462126"/>
          </a:xfrm>
          <a:prstGeom prst="rect">
            <a:avLst/>
          </a:prstGeom>
        </p:spPr>
      </p:pic>
      <p:pic>
        <p:nvPicPr>
          <p:cNvPr id="96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2086661" y="1894637"/>
            <a:ext cx="62179" cy="1080821"/>
          </a:xfrm>
          <a:prstGeom prst="rect">
            <a:avLst/>
          </a:prstGeom>
        </p:spPr>
      </p:pic>
      <p:pic>
        <p:nvPicPr>
          <p:cNvPr id="97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7765999" y="2079346"/>
            <a:ext cx="1524305" cy="2038198"/>
          </a:xfrm>
          <a:prstGeom prst="rect">
            <a:avLst/>
          </a:prstGeom>
        </p:spPr>
      </p:pic>
      <p:sp>
        <p:nvSpPr>
          <p:cNvPr id="98" name="Shape 0"/>
          <p:cNvSpPr/>
          <p:nvPr/>
        </p:nvSpPr>
        <p:spPr>
          <a:xfrm rot="-4656000">
            <a:off x="1914754" y="2261311"/>
            <a:ext cx="36576" cy="21946"/>
          </a:xfrm>
          <a:prstGeom prst="ellipse">
            <a:avLst/>
          </a:prstGeom>
          <a:solidFill>
            <a:srgbClr val="000101"/>
          </a:solidFill>
          <a:ln/>
        </p:spPr>
      </p:sp>
      <p:pic>
        <p:nvPicPr>
          <p:cNvPr id="99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36576" y="2272284"/>
            <a:ext cx="7398410" cy="2072945"/>
          </a:xfrm>
          <a:prstGeom prst="rect">
            <a:avLst/>
          </a:prstGeom>
        </p:spPr>
      </p:pic>
      <p:pic>
        <p:nvPicPr>
          <p:cNvPr id="100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900123" y="2285086"/>
            <a:ext cx="177394" cy="97841"/>
          </a:xfrm>
          <a:prstGeom prst="rect">
            <a:avLst/>
          </a:prstGeom>
        </p:spPr>
      </p:pic>
      <p:sp>
        <p:nvSpPr>
          <p:cNvPr id="101" name="Shape 1"/>
          <p:cNvSpPr/>
          <p:nvPr/>
        </p:nvSpPr>
        <p:spPr>
          <a:xfrm rot="-36000">
            <a:off x="1542593" y="2308860"/>
            <a:ext cx="42062" cy="20117"/>
          </a:xfrm>
          <a:prstGeom prst="ellipse">
            <a:avLst/>
          </a:prstGeom>
          <a:solidFill>
            <a:srgbClr val="797978"/>
          </a:solidFill>
          <a:ln/>
        </p:spPr>
      </p:sp>
      <p:pic>
        <p:nvPicPr>
          <p:cNvPr id="102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626718" y="2312518"/>
            <a:ext cx="43891" cy="62179"/>
          </a:xfrm>
          <a:prstGeom prst="rect">
            <a:avLst/>
          </a:prstGeom>
        </p:spPr>
      </p:pic>
      <p:pic>
        <p:nvPicPr>
          <p:cNvPr id="103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787652" y="2313432"/>
            <a:ext cx="35662" cy="53035"/>
          </a:xfrm>
          <a:prstGeom prst="rect">
            <a:avLst/>
          </a:prstGeom>
        </p:spPr>
      </p:pic>
      <p:pic>
        <p:nvPicPr>
          <p:cNvPr id="104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530084" y="2659075"/>
            <a:ext cx="629107" cy="496519"/>
          </a:xfrm>
          <a:prstGeom prst="rect">
            <a:avLst/>
          </a:prstGeom>
        </p:spPr>
      </p:pic>
      <p:pic>
        <p:nvPicPr>
          <p:cNvPr id="105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176565" y="2820010"/>
            <a:ext cx="132588" cy="71323"/>
          </a:xfrm>
          <a:prstGeom prst="rect">
            <a:avLst/>
          </a:prstGeom>
        </p:spPr>
      </p:pic>
      <p:pic>
        <p:nvPicPr>
          <p:cNvPr id="106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636508" y="2842870"/>
            <a:ext cx="664769" cy="71323"/>
          </a:xfrm>
          <a:prstGeom prst="rect">
            <a:avLst/>
          </a:prstGeom>
        </p:spPr>
      </p:pic>
      <p:pic>
        <p:nvPicPr>
          <p:cNvPr id="107" name="Image 103" descr="preencoded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7600493" y="2851099"/>
            <a:ext cx="4509821" cy="2667305"/>
          </a:xfrm>
          <a:prstGeom prst="rect">
            <a:avLst/>
          </a:prstGeom>
        </p:spPr>
      </p:pic>
      <p:pic>
        <p:nvPicPr>
          <p:cNvPr id="108" name="Image 104" descr="preencoded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7424928" y="3147365"/>
            <a:ext cx="124358" cy="1178662"/>
          </a:xfrm>
          <a:prstGeom prst="rect">
            <a:avLst/>
          </a:prstGeom>
        </p:spPr>
      </p:pic>
      <p:pic>
        <p:nvPicPr>
          <p:cNvPr id="109" name="Image 105" descr="preencoded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478231" y="3172054"/>
            <a:ext cx="664769" cy="17374"/>
          </a:xfrm>
          <a:prstGeom prst="rect">
            <a:avLst/>
          </a:prstGeom>
        </p:spPr>
      </p:pic>
      <p:pic>
        <p:nvPicPr>
          <p:cNvPr id="110" name="Image 106" descr="preencoded.png">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3305556" y="3172054"/>
            <a:ext cx="3668573" cy="17374"/>
          </a:xfrm>
          <a:prstGeom prst="rect">
            <a:avLst/>
          </a:prstGeom>
        </p:spPr>
      </p:pic>
      <p:pic>
        <p:nvPicPr>
          <p:cNvPr id="111" name="Image 107" descr="preencoded.png">    </p:cNvPr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1826057" y="3380537"/>
            <a:ext cx="5493715" cy="17374"/>
          </a:xfrm>
          <a:prstGeom prst="rect">
            <a:avLst/>
          </a:prstGeom>
        </p:spPr>
      </p:pic>
      <p:pic>
        <p:nvPicPr>
          <p:cNvPr id="112" name="Image 108" descr="preencoded.png">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158191" y="3381451"/>
            <a:ext cx="7283196" cy="2843784"/>
          </a:xfrm>
          <a:prstGeom prst="rect">
            <a:avLst/>
          </a:prstGeom>
        </p:spPr>
      </p:pic>
      <p:pic>
        <p:nvPicPr>
          <p:cNvPr id="113" name="Image 109" descr="preencoded.png">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170078" y="3382366"/>
            <a:ext cx="7256678" cy="2826410"/>
          </a:xfrm>
          <a:prstGeom prst="rect">
            <a:avLst/>
          </a:prstGeom>
        </p:spPr>
      </p:pic>
      <p:pic>
        <p:nvPicPr>
          <p:cNvPr id="114" name="Image 110" descr="preencoded.png">    </p:cNvPr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656539" y="3382366"/>
            <a:ext cx="646481" cy="17374"/>
          </a:xfrm>
          <a:prstGeom prst="rect">
            <a:avLst/>
          </a:prstGeom>
        </p:spPr>
      </p:pic>
      <p:pic>
        <p:nvPicPr>
          <p:cNvPr id="115" name="Image 111" descr="preencoded.png">    </p:cNvPr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4364431" y="3384194"/>
            <a:ext cx="3074213" cy="921715"/>
          </a:xfrm>
          <a:prstGeom prst="rect">
            <a:avLst/>
          </a:prstGeom>
        </p:spPr>
      </p:pic>
      <p:pic>
        <p:nvPicPr>
          <p:cNvPr id="116" name="Image 112" descr="preencoded.png">    </p:cNvPr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6859829" y="3487522"/>
            <a:ext cx="434340" cy="1727302"/>
          </a:xfrm>
          <a:prstGeom prst="rect">
            <a:avLst/>
          </a:prstGeom>
        </p:spPr>
      </p:pic>
      <p:pic>
        <p:nvPicPr>
          <p:cNvPr id="117" name="Image 113" descr="preencoded.png">    </p:cNvPr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4371746" y="3489350"/>
            <a:ext cx="2915107" cy="2605126"/>
          </a:xfrm>
          <a:prstGeom prst="rect">
            <a:avLst/>
          </a:prstGeom>
        </p:spPr>
      </p:pic>
      <p:pic>
        <p:nvPicPr>
          <p:cNvPr id="118" name="Image 114" descr="preencoded.png">    </p:cNvPr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6652260" y="3920947"/>
            <a:ext cx="221285" cy="283464"/>
          </a:xfrm>
          <a:prstGeom prst="rect">
            <a:avLst/>
          </a:prstGeom>
        </p:spPr>
      </p:pic>
      <p:pic>
        <p:nvPicPr>
          <p:cNvPr id="119" name="Image 115" descr="preencoded.png">    </p:cNvPr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4314139" y="4282135"/>
            <a:ext cx="283464" cy="71323"/>
          </a:xfrm>
          <a:prstGeom prst="rect">
            <a:avLst/>
          </a:prstGeom>
        </p:spPr>
      </p:pic>
      <p:pic>
        <p:nvPicPr>
          <p:cNvPr id="120" name="Image 116" descr="preencoded.png">    </p:cNvPr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4369003" y="4320540"/>
            <a:ext cx="9144" cy="106070"/>
          </a:xfrm>
          <a:prstGeom prst="rect">
            <a:avLst/>
          </a:prstGeom>
        </p:spPr>
      </p:pic>
      <p:pic>
        <p:nvPicPr>
          <p:cNvPr id="121" name="Image 117" descr="preencoded.png">    </p:cNvPr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4366260" y="4352544"/>
            <a:ext cx="2924251" cy="1754734"/>
          </a:xfrm>
          <a:prstGeom prst="rect">
            <a:avLst/>
          </a:prstGeom>
        </p:spPr>
      </p:pic>
      <p:pic>
        <p:nvPicPr>
          <p:cNvPr id="122" name="Image 118" descr="preencoded.png">    </p:cNvPr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4375404" y="4401922"/>
            <a:ext cx="9144" cy="88697"/>
          </a:xfrm>
          <a:prstGeom prst="rect">
            <a:avLst/>
          </a:prstGeom>
        </p:spPr>
      </p:pic>
      <p:pic>
        <p:nvPicPr>
          <p:cNvPr id="123" name="Image 119" descr="preencoded.png">    </p:cNvPr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7695590" y="4554626"/>
            <a:ext cx="1506017" cy="929945"/>
          </a:xfrm>
          <a:prstGeom prst="rect">
            <a:avLst/>
          </a:prstGeom>
        </p:spPr>
      </p:pic>
      <p:pic>
        <p:nvPicPr>
          <p:cNvPr id="124" name="Image 120" descr="preencoded.png">    </p:cNvPr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7696505" y="4552798"/>
            <a:ext cx="4315054" cy="1674266"/>
          </a:xfrm>
          <a:prstGeom prst="rect">
            <a:avLst/>
          </a:prstGeom>
        </p:spPr>
      </p:pic>
      <p:pic>
        <p:nvPicPr>
          <p:cNvPr id="125" name="Image 121" descr="preencoded.png">    </p:cNvPr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8727034" y="4555541"/>
            <a:ext cx="283464" cy="17374"/>
          </a:xfrm>
          <a:prstGeom prst="rect">
            <a:avLst/>
          </a:prstGeom>
        </p:spPr>
      </p:pic>
      <p:pic>
        <p:nvPicPr>
          <p:cNvPr id="126" name="Image 122" descr="preencoded.png">    </p:cNvPr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7697419" y="4561027"/>
            <a:ext cx="4305910" cy="1647749"/>
          </a:xfrm>
          <a:prstGeom prst="rect">
            <a:avLst/>
          </a:prstGeom>
        </p:spPr>
      </p:pic>
      <p:pic>
        <p:nvPicPr>
          <p:cNvPr id="127" name="Image 123" descr="preencoded.png">    </p:cNvPr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274052" y="5113325"/>
            <a:ext cx="17374" cy="328270"/>
          </a:xfrm>
          <a:prstGeom prst="rect">
            <a:avLst/>
          </a:prstGeom>
        </p:spPr>
      </p:pic>
      <p:pic>
        <p:nvPicPr>
          <p:cNvPr id="128" name="Image 124" descr="preencoded.png">    </p:cNvPr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2340864" y="5180076"/>
            <a:ext cx="336499" cy="266090"/>
          </a:xfrm>
          <a:prstGeom prst="rect">
            <a:avLst/>
          </a:prstGeom>
        </p:spPr>
      </p:pic>
      <p:pic>
        <p:nvPicPr>
          <p:cNvPr id="129" name="Image 125" descr="preencoded.png">    </p:cNvPr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724205" y="5287061"/>
            <a:ext cx="1594714" cy="566928"/>
          </a:xfrm>
          <a:prstGeom prst="rect">
            <a:avLst/>
          </a:prstGeom>
        </p:spPr>
      </p:pic>
      <p:pic>
        <p:nvPicPr>
          <p:cNvPr id="130" name="Image 126" descr="preencoded.png">    </p:cNvPr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241402" y="5479999"/>
            <a:ext cx="1647749" cy="691286"/>
          </a:xfrm>
          <a:prstGeom prst="rect">
            <a:avLst/>
          </a:prstGeom>
        </p:spPr>
      </p:pic>
      <p:pic>
        <p:nvPicPr>
          <p:cNvPr id="131" name="Image 127" descr="preencoded.png">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2339950" y="5555894"/>
            <a:ext cx="336499" cy="274320"/>
          </a:xfrm>
          <a:prstGeom prst="rect">
            <a:avLst/>
          </a:prstGeom>
        </p:spPr>
      </p:pic>
      <p:pic>
        <p:nvPicPr>
          <p:cNvPr id="132" name="Image 128" descr="preencoded.png">    </p:cNvPr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783641" y="5819242"/>
            <a:ext cx="1107338" cy="88697"/>
          </a:xfrm>
          <a:prstGeom prst="rect">
            <a:avLst/>
          </a:prstGeom>
        </p:spPr>
      </p:pic>
      <p:pic>
        <p:nvPicPr>
          <p:cNvPr id="133" name="Image 129" descr="preencoded.png">    </p:cNvPr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256032" y="5830214"/>
            <a:ext cx="2064715" cy="398678"/>
          </a:xfrm>
          <a:prstGeom prst="rect">
            <a:avLst/>
          </a:prstGeom>
        </p:spPr>
      </p:pic>
      <p:pic>
        <p:nvPicPr>
          <p:cNvPr id="134" name="Image 130" descr="preencoded.png">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2362810" y="5931713"/>
            <a:ext cx="300838" cy="381305"/>
          </a:xfrm>
          <a:prstGeom prst="rect">
            <a:avLst/>
          </a:prstGeom>
        </p:spPr>
      </p:pic>
      <p:pic>
        <p:nvPicPr>
          <p:cNvPr id="135" name="Image 131" descr="preencoded.png">    </p:cNvPr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713232" y="5980176"/>
            <a:ext cx="470002" cy="247802"/>
          </a:xfrm>
          <a:prstGeom prst="rect">
            <a:avLst/>
          </a:prstGeom>
        </p:spPr>
      </p:pic>
      <p:pic>
        <p:nvPicPr>
          <p:cNvPr id="136" name="Image 132" descr="preencoded.png">    </p:cNvPr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1154887" y="6210605"/>
            <a:ext cx="354787" cy="17374"/>
          </a:xfrm>
          <a:prstGeom prst="rect">
            <a:avLst/>
          </a:prstGeom>
        </p:spPr>
      </p:pic>
      <p:pic>
        <p:nvPicPr>
          <p:cNvPr id="137" name="Image 133" descr="preencoded.png">    </p:cNvPr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7036308" y="6572707"/>
            <a:ext cx="239573" cy="185623"/>
          </a:xfrm>
          <a:prstGeom prst="rect">
            <a:avLst/>
          </a:prstGeom>
        </p:spPr>
      </p:pic>
      <p:sp>
        <p:nvSpPr>
          <p:cNvPr id="138" name="Shape 2"/>
          <p:cNvSpPr/>
          <p:nvPr/>
        </p:nvSpPr>
        <p:spPr>
          <a:xfrm rot="90000">
            <a:off x="5727802" y="6582766"/>
            <a:ext cx="25603" cy="4846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39" name="Shape 3"/>
          <p:cNvSpPr/>
          <p:nvPr/>
        </p:nvSpPr>
        <p:spPr>
          <a:xfrm rot="-5556000">
            <a:off x="5789981" y="6596482"/>
            <a:ext cx="52121" cy="2651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0" name="Image 134" descr="preencoded.png">    </p:cNvPr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1920240" y="6587338"/>
            <a:ext cx="106070" cy="106070"/>
          </a:xfrm>
          <a:prstGeom prst="rect">
            <a:avLst/>
          </a:prstGeom>
        </p:spPr>
      </p:pic>
      <p:pic>
        <p:nvPicPr>
          <p:cNvPr id="141" name="Image 135" descr="preencoded.png">    </p:cNvPr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3982212" y="6595567"/>
            <a:ext cx="230429" cy="194767"/>
          </a:xfrm>
          <a:prstGeom prst="rect">
            <a:avLst/>
          </a:prstGeom>
        </p:spPr>
      </p:pic>
      <p:pic>
        <p:nvPicPr>
          <p:cNvPr id="142" name="Image 136" descr="preencoded.png">    </p:cNvPr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7036308" y="6648602"/>
            <a:ext cx="239573" cy="159106"/>
          </a:xfrm>
          <a:prstGeom prst="rect">
            <a:avLst/>
          </a:prstGeom>
        </p:spPr>
      </p:pic>
      <p:pic>
        <p:nvPicPr>
          <p:cNvPr id="143" name="Image 137" descr="preencoded.png">    </p:cNvPr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1920240" y="6633058"/>
            <a:ext cx="106070" cy="177394"/>
          </a:xfrm>
          <a:prstGeom prst="rect">
            <a:avLst/>
          </a:prstGeom>
        </p:spPr>
      </p:pic>
      <p:pic>
        <p:nvPicPr>
          <p:cNvPr id="144" name="Image 138" descr="preencoded.png">    </p:cNvPr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7090258" y="6630314"/>
            <a:ext cx="132588" cy="132588"/>
          </a:xfrm>
          <a:prstGeom prst="rect">
            <a:avLst/>
          </a:prstGeom>
        </p:spPr>
      </p:pic>
      <p:pic>
        <p:nvPicPr>
          <p:cNvPr id="145" name="Image 139" descr="preencoded.png">    </p:cNvPr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5726887" y="6669634"/>
            <a:ext cx="97841" cy="62179"/>
          </a:xfrm>
          <a:prstGeom prst="rect">
            <a:avLst/>
          </a:prstGeom>
        </p:spPr>
      </p:pic>
      <p:pic>
        <p:nvPicPr>
          <p:cNvPr id="146" name="Image 140" descr="preencoded.png">    </p:cNvPr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9404604" y="1751990"/>
            <a:ext cx="2471623" cy="1275588"/>
          </a:xfrm>
          <a:prstGeom prst="rect">
            <a:avLst/>
          </a:prstGeom>
        </p:spPr>
      </p:pic>
      <p:pic>
        <p:nvPicPr>
          <p:cNvPr id="147" name="Image 141" descr="preencoded.png">    </p:cNvPr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9447581" y="3004718"/>
            <a:ext cx="97841" cy="35662"/>
          </a:xfrm>
          <a:prstGeom prst="rect">
            <a:avLst/>
          </a:prstGeom>
        </p:spPr>
      </p:pic>
      <p:pic>
        <p:nvPicPr>
          <p:cNvPr id="148" name="Image 142" descr="preencoded.png">    </p:cNvPr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9528962" y="3279038"/>
            <a:ext cx="124358" cy="460858"/>
          </a:xfrm>
          <a:prstGeom prst="rect">
            <a:avLst/>
          </a:prstGeom>
        </p:spPr>
      </p:pic>
      <p:pic>
        <p:nvPicPr>
          <p:cNvPr id="149" name="Image 143" descr="preencoded.png">    </p:cNvPr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9637776" y="3723437"/>
            <a:ext cx="106070" cy="17374"/>
          </a:xfrm>
          <a:prstGeom prst="rect">
            <a:avLst/>
          </a:prstGeom>
        </p:spPr>
      </p:pic>
      <p:pic>
        <p:nvPicPr>
          <p:cNvPr id="150" name="Image 144" descr="preencoded.png">    </p:cNvPr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9540850" y="3353105"/>
            <a:ext cx="354787" cy="389534"/>
          </a:xfrm>
          <a:prstGeom prst="rect">
            <a:avLst/>
          </a:prstGeom>
        </p:spPr>
      </p:pic>
      <p:pic>
        <p:nvPicPr>
          <p:cNvPr id="151" name="Image 145" descr="preencoded.png">    </p:cNvPr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5896966" y="2377440"/>
            <a:ext cx="26518" cy="26518"/>
          </a:xfrm>
          <a:prstGeom prst="rect">
            <a:avLst/>
          </a:prstGeom>
        </p:spPr>
      </p:pic>
      <p:pic>
        <p:nvPicPr>
          <p:cNvPr id="152" name="Image 146" descr="preencoded.png">    </p:cNvPr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3131820" y="1967789"/>
            <a:ext cx="17374" cy="26518"/>
          </a:xfrm>
          <a:prstGeom prst="rect">
            <a:avLst/>
          </a:prstGeom>
        </p:spPr>
      </p:pic>
      <p:pic>
        <p:nvPicPr>
          <p:cNvPr id="153" name="Image 147" descr="preencoded.png">    </p:cNvPr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267005" y="3696005"/>
            <a:ext cx="1010412" cy="1231697"/>
          </a:xfrm>
          <a:prstGeom prst="rect">
            <a:avLst/>
          </a:prstGeom>
        </p:spPr>
      </p:pic>
      <p:pic>
        <p:nvPicPr>
          <p:cNvPr id="154" name="Image 148" descr="preencoded.png">    </p:cNvPr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2704795" y="4300423"/>
            <a:ext cx="17374" cy="26518"/>
          </a:xfrm>
          <a:prstGeom prst="rect">
            <a:avLst/>
          </a:prstGeom>
        </p:spPr>
      </p:pic>
      <p:pic>
        <p:nvPicPr>
          <p:cNvPr id="155" name="Image 149" descr="preencoded.png">    </p:cNvPr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2827325" y="3696005"/>
            <a:ext cx="1071677" cy="1231697"/>
          </a:xfrm>
          <a:prstGeom prst="rect">
            <a:avLst/>
          </a:prstGeom>
        </p:spPr>
      </p:pic>
      <p:pic>
        <p:nvPicPr>
          <p:cNvPr id="156" name="Image 150" descr="preencoded.png">    </p:cNvPr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4577486" y="5057546"/>
            <a:ext cx="593446" cy="194767"/>
          </a:xfrm>
          <a:prstGeom prst="rect">
            <a:avLst/>
          </a:prstGeom>
        </p:spPr>
      </p:pic>
      <p:pic>
        <p:nvPicPr>
          <p:cNvPr id="157" name="Image 151" descr="preencoded.png">    </p:cNvPr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4577486" y="5160874"/>
            <a:ext cx="585216" cy="221285"/>
          </a:xfrm>
          <a:prstGeom prst="rect">
            <a:avLst/>
          </a:prstGeom>
        </p:spPr>
      </p:pic>
      <p:pic>
        <p:nvPicPr>
          <p:cNvPr id="158" name="Image 152" descr="preencoded.png">    </p:cNvPr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4839005" y="5187391"/>
            <a:ext cx="300838" cy="71323"/>
          </a:xfrm>
          <a:prstGeom prst="rect">
            <a:avLst/>
          </a:prstGeom>
        </p:spPr>
      </p:pic>
      <p:pic>
        <p:nvPicPr>
          <p:cNvPr id="159" name="Image 153" descr="preencoded.png">    </p:cNvPr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8827618" y="4853635"/>
            <a:ext cx="71323" cy="26518"/>
          </a:xfrm>
          <a:prstGeom prst="rect">
            <a:avLst/>
          </a:prstGeom>
        </p:spPr>
      </p:pic>
      <p:pic>
        <p:nvPicPr>
          <p:cNvPr id="160" name="Image 154" descr="preencoded.png">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7814462" y="4860036"/>
            <a:ext cx="1346911" cy="1240841"/>
          </a:xfrm>
          <a:prstGeom prst="rect">
            <a:avLst/>
          </a:prstGeom>
        </p:spPr>
      </p:pic>
      <p:pic>
        <p:nvPicPr>
          <p:cNvPr id="161" name="Image 155" descr="preencoded.png">    </p:cNvPr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10237622" y="5467198"/>
            <a:ext cx="17374" cy="26518"/>
          </a:xfrm>
          <a:prstGeom prst="rect">
            <a:avLst/>
          </a:prstGeom>
        </p:spPr>
      </p:pic>
      <p:pic>
        <p:nvPicPr>
          <p:cNvPr id="162" name="Image 156" descr="preencoded.png">    </p:cNvPr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11064240" y="5606186"/>
            <a:ext cx="17374" cy="17374"/>
          </a:xfrm>
          <a:prstGeom prst="rect">
            <a:avLst/>
          </a:prstGeom>
        </p:spPr>
      </p:pic>
      <p:pic>
        <p:nvPicPr>
          <p:cNvPr id="163" name="Image 157" descr="preencoded.png">    </p:cNvPr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4551883" y="600761"/>
            <a:ext cx="504749" cy="576072"/>
          </a:xfrm>
          <a:prstGeom prst="rect">
            <a:avLst/>
          </a:prstGeom>
        </p:spPr>
      </p:pic>
      <p:pic>
        <p:nvPicPr>
          <p:cNvPr id="164" name="Image 158" descr="preencoded.png">    </p:cNvPr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7417613" y="688543"/>
            <a:ext cx="470002" cy="416052"/>
          </a:xfrm>
          <a:prstGeom prst="rect">
            <a:avLst/>
          </a:prstGeom>
        </p:spPr>
      </p:pic>
      <p:pic>
        <p:nvPicPr>
          <p:cNvPr id="165" name="Image 159" descr="preencoded.png">    </p:cNvPr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7199071" y="845820"/>
            <a:ext cx="79553" cy="88697"/>
          </a:xfrm>
          <a:prstGeom prst="rect">
            <a:avLst/>
          </a:prstGeom>
        </p:spPr>
      </p:pic>
      <p:pic>
        <p:nvPicPr>
          <p:cNvPr id="166" name="Image 160" descr="preencoded.png">    </p:cNvPr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2204618" y="1704442"/>
            <a:ext cx="655625" cy="1356055"/>
          </a:xfrm>
          <a:prstGeom prst="rect">
            <a:avLst/>
          </a:prstGeom>
        </p:spPr>
      </p:pic>
      <p:pic>
        <p:nvPicPr>
          <p:cNvPr id="167" name="Image 161" descr="preencoded.png">    </p:cNvPr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4986223" y="1703527"/>
            <a:ext cx="929945" cy="1356055"/>
          </a:xfrm>
          <a:prstGeom prst="rect">
            <a:avLst/>
          </a:prstGeom>
        </p:spPr>
      </p:pic>
      <p:pic>
        <p:nvPicPr>
          <p:cNvPr id="168" name="Image 162" descr="preencoded.png">    </p:cNvPr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9400032" y="1747418"/>
            <a:ext cx="2480767" cy="1222553"/>
          </a:xfrm>
          <a:prstGeom prst="rect">
            <a:avLst/>
          </a:prstGeom>
        </p:spPr>
      </p:pic>
      <p:pic>
        <p:nvPicPr>
          <p:cNvPr id="169" name="Image 163" descr="preencoded.png">    </p:cNvPr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3290011" y="1777594"/>
            <a:ext cx="416052" cy="407822"/>
          </a:xfrm>
          <a:prstGeom prst="rect">
            <a:avLst/>
          </a:prstGeom>
        </p:spPr>
      </p:pic>
      <p:pic>
        <p:nvPicPr>
          <p:cNvPr id="170" name="Image 164" descr="preencoded.png">    </p:cNvPr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316382" y="1854403"/>
            <a:ext cx="407822" cy="540410"/>
          </a:xfrm>
          <a:prstGeom prst="rect">
            <a:avLst/>
          </a:prstGeom>
        </p:spPr>
      </p:pic>
      <p:pic>
        <p:nvPicPr>
          <p:cNvPr id="171" name="Image 165" descr="preencoded.png">    </p:cNvPr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3136392" y="1948586"/>
            <a:ext cx="132588" cy="71323"/>
          </a:xfrm>
          <a:prstGeom prst="rect">
            <a:avLst/>
          </a:prstGeom>
        </p:spPr>
      </p:pic>
      <p:pic>
        <p:nvPicPr>
          <p:cNvPr id="172" name="Image 166" descr="preencoded.png">    </p:cNvPr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3730752" y="1946758"/>
            <a:ext cx="381305" cy="71323"/>
          </a:xfrm>
          <a:prstGeom prst="rect">
            <a:avLst/>
          </a:prstGeom>
        </p:spPr>
      </p:pic>
      <p:pic>
        <p:nvPicPr>
          <p:cNvPr id="173" name="Image 167" descr="preencoded.png">    </p:cNvPr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4726534" y="1971446"/>
            <a:ext cx="266090" cy="842162"/>
          </a:xfrm>
          <a:prstGeom prst="rect">
            <a:avLst/>
          </a:prstGeom>
        </p:spPr>
      </p:pic>
      <p:pic>
        <p:nvPicPr>
          <p:cNvPr id="174" name="Image 168" descr="preencoded.png">    </p:cNvPr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2864815" y="1972361"/>
            <a:ext cx="407822" cy="859536"/>
          </a:xfrm>
          <a:prstGeom prst="rect">
            <a:avLst/>
          </a:prstGeom>
        </p:spPr>
      </p:pic>
      <p:pic>
        <p:nvPicPr>
          <p:cNvPr id="175" name="Image 169" descr="preencoded.png">    </p:cNvPr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3911803" y="2008022"/>
            <a:ext cx="26518" cy="43891"/>
          </a:xfrm>
          <a:prstGeom prst="rect">
            <a:avLst/>
          </a:prstGeom>
        </p:spPr>
      </p:pic>
      <p:pic>
        <p:nvPicPr>
          <p:cNvPr id="176" name="Image 170" descr="preencoded.png">    </p:cNvPr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5196535" y="2063801"/>
            <a:ext cx="513893" cy="576072"/>
          </a:xfrm>
          <a:prstGeom prst="rect">
            <a:avLst/>
          </a:prstGeom>
        </p:spPr>
      </p:pic>
      <p:pic>
        <p:nvPicPr>
          <p:cNvPr id="177" name="Image 171" descr="preencoded.png">    </p:cNvPr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6131966" y="2068373"/>
            <a:ext cx="1071677" cy="965606"/>
          </a:xfrm>
          <a:prstGeom prst="rect">
            <a:avLst/>
          </a:prstGeom>
        </p:spPr>
      </p:pic>
      <p:sp>
        <p:nvSpPr>
          <p:cNvPr id="178" name="Shape 4"/>
          <p:cNvSpPr/>
          <p:nvPr/>
        </p:nvSpPr>
        <p:spPr>
          <a:xfrm rot="-5484000">
            <a:off x="3904488" y="2087575"/>
            <a:ext cx="46634" cy="17374"/>
          </a:xfrm>
          <a:prstGeom prst="ellipse">
            <a:avLst/>
          </a:prstGeom>
          <a:solidFill>
            <a:srgbClr val="000101"/>
          </a:solidFill>
          <a:ln/>
        </p:spPr>
      </p:sp>
      <p:pic>
        <p:nvPicPr>
          <p:cNvPr id="179" name="Image 172" descr="preencoded.png">    </p:cNvPr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8357616" y="2101291"/>
            <a:ext cx="221285" cy="177394"/>
          </a:xfrm>
          <a:prstGeom prst="rect">
            <a:avLst/>
          </a:prstGeom>
        </p:spPr>
      </p:pic>
      <p:pic>
        <p:nvPicPr>
          <p:cNvPr id="180" name="Image 173" descr="preencoded.png">    </p:cNvPr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4406494" y="2113178"/>
            <a:ext cx="17374" cy="26518"/>
          </a:xfrm>
          <a:prstGeom prst="rect">
            <a:avLst/>
          </a:prstGeom>
        </p:spPr>
      </p:pic>
      <p:pic>
        <p:nvPicPr>
          <p:cNvPr id="181" name="Image 174" descr="preencoded.png">    </p:cNvPr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8356702" y="2117750"/>
            <a:ext cx="88697" cy="71323"/>
          </a:xfrm>
          <a:prstGeom prst="rect">
            <a:avLst/>
          </a:prstGeom>
        </p:spPr>
      </p:pic>
      <p:pic>
        <p:nvPicPr>
          <p:cNvPr id="182" name="Image 175" descr="preencoded.png">    </p:cNvPr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3919118" y="2140610"/>
            <a:ext cx="17374" cy="43891"/>
          </a:xfrm>
          <a:prstGeom prst="rect">
            <a:avLst/>
          </a:prstGeom>
        </p:spPr>
      </p:pic>
      <p:pic>
        <p:nvPicPr>
          <p:cNvPr id="183" name="Image 176" descr="preencoded.png">    </p:cNvPr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4408322" y="2159813"/>
            <a:ext cx="17374" cy="26518"/>
          </a:xfrm>
          <a:prstGeom prst="rect">
            <a:avLst/>
          </a:prstGeom>
        </p:spPr>
      </p:pic>
      <p:pic>
        <p:nvPicPr>
          <p:cNvPr id="184" name="Image 177" descr="preencoded.png">    </p:cNvPr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4411066" y="2195474"/>
            <a:ext cx="9144" cy="17374"/>
          </a:xfrm>
          <a:prstGeom prst="rect">
            <a:avLst/>
          </a:prstGeom>
        </p:spPr>
      </p:pic>
      <p:pic>
        <p:nvPicPr>
          <p:cNvPr id="185" name="Image 178" descr="preencoded.png">    </p:cNvPr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3918204" y="2207362"/>
            <a:ext cx="17374" cy="43891"/>
          </a:xfrm>
          <a:prstGeom prst="rect">
            <a:avLst/>
          </a:prstGeom>
        </p:spPr>
      </p:pic>
      <p:pic>
        <p:nvPicPr>
          <p:cNvPr id="186" name="Image 179" descr="preencoded.png">    </p:cNvPr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4406494" y="2219249"/>
            <a:ext cx="17374" cy="26518"/>
          </a:xfrm>
          <a:prstGeom prst="rect">
            <a:avLst/>
          </a:prstGeom>
        </p:spPr>
      </p:pic>
      <p:pic>
        <p:nvPicPr>
          <p:cNvPr id="187" name="Image 180" descr="preencoded.png">    </p:cNvPr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1702613" y="2226564"/>
            <a:ext cx="17374" cy="17374"/>
          </a:xfrm>
          <a:prstGeom prst="rect">
            <a:avLst/>
          </a:prstGeom>
        </p:spPr>
      </p:pic>
      <p:sp>
        <p:nvSpPr>
          <p:cNvPr id="188" name="Shape 5"/>
          <p:cNvSpPr/>
          <p:nvPr/>
        </p:nvSpPr>
        <p:spPr>
          <a:xfrm rot="-5358000">
            <a:off x="1878178" y="2233879"/>
            <a:ext cx="41148" cy="24689"/>
          </a:xfrm>
          <a:prstGeom prst="ellipse">
            <a:avLst/>
          </a:prstGeom>
          <a:solidFill>
            <a:srgbClr val="EDEFEF"/>
          </a:solidFill>
          <a:ln/>
        </p:spPr>
      </p:sp>
      <p:sp>
        <p:nvSpPr>
          <p:cNvPr id="189" name="Shape 6"/>
          <p:cNvSpPr/>
          <p:nvPr/>
        </p:nvSpPr>
        <p:spPr>
          <a:xfrm rot="-5520000">
            <a:off x="1741018" y="2234794"/>
            <a:ext cx="37490" cy="228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0" name="Image 181" descr="preencoded.png">    </p:cNvPr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4430268" y="2247595"/>
            <a:ext cx="17374" cy="26518"/>
          </a:xfrm>
          <a:prstGeom prst="rect">
            <a:avLst/>
          </a:prstGeom>
        </p:spPr>
      </p:pic>
      <p:pic>
        <p:nvPicPr>
          <p:cNvPr id="191" name="Image 182" descr="preencoded.png">    </p:cNvPr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4381805" y="2248510"/>
            <a:ext cx="26518" cy="35662"/>
          </a:xfrm>
          <a:prstGeom prst="rect">
            <a:avLst/>
          </a:prstGeom>
        </p:spPr>
      </p:pic>
      <p:sp>
        <p:nvSpPr>
          <p:cNvPr id="192" name="Shape 7"/>
          <p:cNvSpPr/>
          <p:nvPr/>
        </p:nvSpPr>
        <p:spPr>
          <a:xfrm rot="-5520000">
            <a:off x="3901745" y="2288743"/>
            <a:ext cx="50292" cy="18288"/>
          </a:xfrm>
          <a:prstGeom prst="ellipse">
            <a:avLst/>
          </a:prstGeom>
          <a:solidFill>
            <a:srgbClr val="000101"/>
          </a:solidFill>
          <a:ln/>
        </p:spPr>
      </p:sp>
      <p:pic>
        <p:nvPicPr>
          <p:cNvPr id="193" name="Image 183" descr="preencoded.png">    </p:cNvPr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4401922" y="2286914"/>
            <a:ext cx="35662" cy="26518"/>
          </a:xfrm>
          <a:prstGeom prst="rect">
            <a:avLst/>
          </a:prstGeom>
        </p:spPr>
      </p:pic>
      <p:pic>
        <p:nvPicPr>
          <p:cNvPr id="194" name="Image 184" descr="preencoded.png">    </p:cNvPr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1685239" y="2324405"/>
            <a:ext cx="17374" cy="35662"/>
          </a:xfrm>
          <a:prstGeom prst="rect">
            <a:avLst/>
          </a:prstGeom>
        </p:spPr>
      </p:pic>
      <p:pic>
        <p:nvPicPr>
          <p:cNvPr id="195" name="Image 185" descr="preencoded.png">    </p:cNvPr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1638605" y="2341778"/>
            <a:ext cx="26518" cy="17374"/>
          </a:xfrm>
          <a:prstGeom prst="rect">
            <a:avLst/>
          </a:prstGeom>
        </p:spPr>
      </p:pic>
      <p:pic>
        <p:nvPicPr>
          <p:cNvPr id="196" name="Image 186" descr="preencoded.png">    </p:cNvPr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1828800" y="2340864"/>
            <a:ext cx="17374" cy="17374"/>
          </a:xfrm>
          <a:prstGeom prst="rect">
            <a:avLst/>
          </a:prstGeom>
        </p:spPr>
      </p:pic>
      <p:pic>
        <p:nvPicPr>
          <p:cNvPr id="197" name="Image 187" descr="preencoded.png">    </p:cNvPr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3918204" y="2343607"/>
            <a:ext cx="17374" cy="43891"/>
          </a:xfrm>
          <a:prstGeom prst="rect">
            <a:avLst/>
          </a:prstGeom>
        </p:spPr>
      </p:pic>
      <p:pic>
        <p:nvPicPr>
          <p:cNvPr id="198" name="Image 188" descr="preencoded.png">    </p:cNvPr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5901538" y="2358238"/>
            <a:ext cx="221285" cy="71323"/>
          </a:xfrm>
          <a:prstGeom prst="rect">
            <a:avLst/>
          </a:prstGeom>
        </p:spPr>
      </p:pic>
      <p:pic>
        <p:nvPicPr>
          <p:cNvPr id="199" name="Image 189" descr="preencoded.png">    </p:cNvPr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3927348" y="2406701"/>
            <a:ext cx="26518" cy="35662"/>
          </a:xfrm>
          <a:prstGeom prst="rect">
            <a:avLst/>
          </a:prstGeom>
        </p:spPr>
      </p:pic>
      <p:sp>
        <p:nvSpPr>
          <p:cNvPr id="200" name="Shape 8"/>
          <p:cNvSpPr/>
          <p:nvPr/>
        </p:nvSpPr>
        <p:spPr>
          <a:xfrm>
            <a:off x="4035247" y="2414016"/>
            <a:ext cx="19202" cy="19202"/>
          </a:xfrm>
          <a:prstGeom prst="ellipse">
            <a:avLst/>
          </a:prstGeom>
          <a:solidFill>
            <a:srgbClr val="000101"/>
          </a:solidFill>
          <a:ln/>
        </p:spPr>
      </p:sp>
      <p:pic>
        <p:nvPicPr>
          <p:cNvPr id="201" name="Image 190" descr="preencoded.png">    </p:cNvPr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4063594" y="2424074"/>
            <a:ext cx="17374" cy="17374"/>
          </a:xfrm>
          <a:prstGeom prst="rect">
            <a:avLst/>
          </a:prstGeom>
        </p:spPr>
      </p:pic>
      <p:sp>
        <p:nvSpPr>
          <p:cNvPr id="202" name="Shape 9"/>
          <p:cNvSpPr/>
          <p:nvPr/>
        </p:nvSpPr>
        <p:spPr>
          <a:xfrm rot="-1368000">
            <a:off x="4091026" y="2439619"/>
            <a:ext cx="21946" cy="18288"/>
          </a:xfrm>
          <a:prstGeom prst="ellipse">
            <a:avLst/>
          </a:prstGeom>
          <a:solidFill>
            <a:srgbClr val="000101"/>
          </a:solidFill>
          <a:ln/>
        </p:spPr>
      </p:sp>
      <p:pic>
        <p:nvPicPr>
          <p:cNvPr id="203" name="Image 191" descr="preencoded.png">    </p:cNvPr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3984041" y="2441448"/>
            <a:ext cx="35662" cy="17374"/>
          </a:xfrm>
          <a:prstGeom prst="rect">
            <a:avLst/>
          </a:prstGeom>
        </p:spPr>
      </p:pic>
      <p:pic>
        <p:nvPicPr>
          <p:cNvPr id="204" name="Image 192" descr="preencoded.png">    </p:cNvPr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4066337" y="2456993"/>
            <a:ext cx="17374" cy="17374"/>
          </a:xfrm>
          <a:prstGeom prst="rect">
            <a:avLst/>
          </a:prstGeom>
        </p:spPr>
      </p:pic>
      <p:pic>
        <p:nvPicPr>
          <p:cNvPr id="205" name="Image 193" descr="preencoded.png">    </p:cNvPr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4035247" y="2467966"/>
            <a:ext cx="26518" cy="17374"/>
          </a:xfrm>
          <a:prstGeom prst="rect">
            <a:avLst/>
          </a:prstGeom>
        </p:spPr>
      </p:pic>
      <p:pic>
        <p:nvPicPr>
          <p:cNvPr id="206" name="Image 194" descr="preencoded.png">    </p:cNvPr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4288536" y="2465222"/>
            <a:ext cx="256946" cy="97841"/>
          </a:xfrm>
          <a:prstGeom prst="rect">
            <a:avLst/>
          </a:prstGeom>
        </p:spPr>
      </p:pic>
      <p:pic>
        <p:nvPicPr>
          <p:cNvPr id="207" name="Image 195" descr="preencoded.png">    </p:cNvPr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3325673" y="2605126"/>
            <a:ext cx="328270" cy="328270"/>
          </a:xfrm>
          <a:prstGeom prst="rect">
            <a:avLst/>
          </a:prstGeom>
        </p:spPr>
      </p:pic>
      <p:pic>
        <p:nvPicPr>
          <p:cNvPr id="208" name="Image 196" descr="preencoded.png">    </p:cNvPr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8355787" y="2743200"/>
            <a:ext cx="97841" cy="71323"/>
          </a:xfrm>
          <a:prstGeom prst="rect">
            <a:avLst/>
          </a:prstGeom>
        </p:spPr>
      </p:pic>
      <p:pic>
        <p:nvPicPr>
          <p:cNvPr id="209" name="Image 197" descr="preencoded.png">    </p:cNvPr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3683203" y="2766974"/>
            <a:ext cx="168250" cy="62179"/>
          </a:xfrm>
          <a:prstGeom prst="rect">
            <a:avLst/>
          </a:prstGeom>
        </p:spPr>
      </p:pic>
      <p:pic>
        <p:nvPicPr>
          <p:cNvPr id="210" name="Image 198" descr="preencoded.png">    </p:cNvPr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9418320" y="2916022"/>
            <a:ext cx="239573" cy="124358"/>
          </a:xfrm>
          <a:prstGeom prst="rect">
            <a:avLst/>
          </a:prstGeom>
        </p:spPr>
      </p:pic>
      <p:pic>
        <p:nvPicPr>
          <p:cNvPr id="211" name="Image 199" descr="preencoded.png">    </p:cNvPr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9399118" y="3009290"/>
            <a:ext cx="2480767" cy="1178662"/>
          </a:xfrm>
          <a:prstGeom prst="rect">
            <a:avLst/>
          </a:prstGeom>
        </p:spPr>
      </p:pic>
      <p:pic>
        <p:nvPicPr>
          <p:cNvPr id="212" name="Image 200" descr="preencoded.png">    </p:cNvPr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9407347" y="3017520"/>
            <a:ext cx="487375" cy="1054303"/>
          </a:xfrm>
          <a:prstGeom prst="rect">
            <a:avLst/>
          </a:prstGeom>
        </p:spPr>
      </p:pic>
      <p:pic>
        <p:nvPicPr>
          <p:cNvPr id="213" name="Image 201" descr="preencoded.png">    </p:cNvPr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10125151" y="3287268"/>
            <a:ext cx="504749" cy="451714"/>
          </a:xfrm>
          <a:prstGeom prst="rect">
            <a:avLst/>
          </a:prstGeom>
        </p:spPr>
      </p:pic>
      <p:pic>
        <p:nvPicPr>
          <p:cNvPr id="214" name="Image 202" descr="preencoded.png">    </p:cNvPr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9544507" y="3357677"/>
            <a:ext cx="442570" cy="389534"/>
          </a:xfrm>
          <a:prstGeom prst="rect">
            <a:avLst/>
          </a:prstGeom>
        </p:spPr>
      </p:pic>
      <p:pic>
        <p:nvPicPr>
          <p:cNvPr id="215" name="Image 203" descr="preencoded.png">    </p:cNvPr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540410" y="3383280"/>
            <a:ext cx="43891" cy="17374"/>
          </a:xfrm>
          <a:prstGeom prst="rect">
            <a:avLst/>
          </a:prstGeom>
        </p:spPr>
      </p:pic>
      <p:sp>
        <p:nvSpPr>
          <p:cNvPr id="216" name="Shape 10"/>
          <p:cNvSpPr/>
          <p:nvPr/>
        </p:nvSpPr>
        <p:spPr>
          <a:xfrm rot="-36000">
            <a:off x="611734" y="3383280"/>
            <a:ext cx="48463" cy="13716"/>
          </a:xfrm>
          <a:prstGeom prst="ellipse">
            <a:avLst/>
          </a:prstGeom>
          <a:solidFill>
            <a:srgbClr val="AEB9C3"/>
          </a:solidFill>
          <a:ln/>
        </p:spPr>
      </p:sp>
      <p:sp>
        <p:nvSpPr>
          <p:cNvPr id="217" name="Shape 11"/>
          <p:cNvSpPr/>
          <p:nvPr/>
        </p:nvSpPr>
        <p:spPr>
          <a:xfrm rot="-10716000">
            <a:off x="1328623" y="3383280"/>
            <a:ext cx="34747" cy="15545"/>
          </a:xfrm>
          <a:prstGeom prst="ellipse">
            <a:avLst/>
          </a:prstGeom>
          <a:solidFill>
            <a:srgbClr val="AEB9C3"/>
          </a:solidFill>
          <a:ln/>
        </p:spPr>
      </p:sp>
      <p:pic>
        <p:nvPicPr>
          <p:cNvPr id="218" name="Image 204" descr="preencoded.png">    </p:cNvPr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1403604" y="3382366"/>
            <a:ext cx="35662" cy="17374"/>
          </a:xfrm>
          <a:prstGeom prst="rect">
            <a:avLst/>
          </a:prstGeom>
        </p:spPr>
      </p:pic>
      <p:pic>
        <p:nvPicPr>
          <p:cNvPr id="219" name="Image 205" descr="preencoded.png">    </p:cNvPr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1622146" y="3383280"/>
            <a:ext cx="88697" cy="17374"/>
          </a:xfrm>
          <a:prstGeom prst="rect">
            <a:avLst/>
          </a:prstGeom>
        </p:spPr>
      </p:pic>
      <p:pic>
        <p:nvPicPr>
          <p:cNvPr id="220" name="Image 206" descr="preencoded.png">    </p:cNvPr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261518" y="3688690"/>
            <a:ext cx="3641141" cy="1249070"/>
          </a:xfrm>
          <a:prstGeom prst="rect">
            <a:avLst/>
          </a:prstGeom>
        </p:spPr>
      </p:pic>
      <p:pic>
        <p:nvPicPr>
          <p:cNvPr id="221" name="Image 207" descr="preencoded.png">    </p:cNvPr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2831897" y="3700577"/>
            <a:ext cx="1063447" cy="1222553"/>
          </a:xfrm>
          <a:prstGeom prst="rect">
            <a:avLst/>
          </a:prstGeom>
        </p:spPr>
      </p:pic>
      <p:pic>
        <p:nvPicPr>
          <p:cNvPr id="222" name="Image 208" descr="preencoded.png">    </p:cNvPr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6826910" y="3788359"/>
            <a:ext cx="88697" cy="115214"/>
          </a:xfrm>
          <a:prstGeom prst="rect">
            <a:avLst/>
          </a:prstGeom>
        </p:spPr>
      </p:pic>
      <p:pic>
        <p:nvPicPr>
          <p:cNvPr id="223" name="Image 209" descr="preencoded.png">    </p:cNvPr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6612026" y="3793846"/>
            <a:ext cx="213055" cy="88697"/>
          </a:xfrm>
          <a:prstGeom prst="rect">
            <a:avLst/>
          </a:prstGeom>
        </p:spPr>
      </p:pic>
      <p:pic>
        <p:nvPicPr>
          <p:cNvPr id="224" name="Image 210" descr="preencoded.png">    </p:cNvPr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6672377" y="3931006"/>
            <a:ext cx="185623" cy="194767"/>
          </a:xfrm>
          <a:prstGeom prst="rect">
            <a:avLst/>
          </a:prstGeom>
        </p:spPr>
      </p:pic>
      <p:pic>
        <p:nvPicPr>
          <p:cNvPr id="225" name="Image 211" descr="preencoded.png">    </p:cNvPr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2147011" y="3961181"/>
            <a:ext cx="407822" cy="88697"/>
          </a:xfrm>
          <a:prstGeom prst="rect">
            <a:avLst/>
          </a:prstGeom>
        </p:spPr>
      </p:pic>
      <p:pic>
        <p:nvPicPr>
          <p:cNvPr id="226" name="Image 212" descr="preencoded.png">    </p:cNvPr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1535278" y="3962095"/>
            <a:ext cx="460858" cy="407822"/>
          </a:xfrm>
          <a:prstGeom prst="rect">
            <a:avLst/>
          </a:prstGeom>
        </p:spPr>
      </p:pic>
      <p:pic>
        <p:nvPicPr>
          <p:cNvPr id="227" name="Image 213" descr="preencoded.png">    </p:cNvPr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10628986" y="4004158"/>
            <a:ext cx="35662" cy="115214"/>
          </a:xfrm>
          <a:prstGeom prst="rect">
            <a:avLst/>
          </a:prstGeom>
        </p:spPr>
      </p:pic>
      <p:pic>
        <p:nvPicPr>
          <p:cNvPr id="228" name="Image 214" descr="preencoded.png">    </p:cNvPr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4714646" y="4011473"/>
            <a:ext cx="425196" cy="389534"/>
          </a:xfrm>
          <a:prstGeom prst="rect">
            <a:avLst/>
          </a:prstGeom>
        </p:spPr>
      </p:pic>
      <p:pic>
        <p:nvPicPr>
          <p:cNvPr id="229" name="Image 215" descr="preencoded.png">    </p:cNvPr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10126980" y="4010558"/>
            <a:ext cx="53035" cy="88697"/>
          </a:xfrm>
          <a:prstGeom prst="rect">
            <a:avLst/>
          </a:prstGeom>
        </p:spPr>
      </p:pic>
      <p:pic>
        <p:nvPicPr>
          <p:cNvPr id="230" name="Image 216" descr="preencoded.png">    </p:cNvPr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10332720" y="4010558"/>
            <a:ext cx="62179" cy="88697"/>
          </a:xfrm>
          <a:prstGeom prst="rect">
            <a:avLst/>
          </a:prstGeom>
        </p:spPr>
      </p:pic>
      <p:pic>
        <p:nvPicPr>
          <p:cNvPr id="231" name="Image 217" descr="preencoded.png">    </p:cNvPr>
          <p:cNvPicPr>
            <a:picLocks noChangeAspect="1"/>
          </p:cNvPicPr>
          <p:nvPr/>
        </p:nvPicPr>
        <p:blipFill>
          <a:blip r:embed="rId218"/>
          <a:stretch>
            <a:fillRect/>
          </a:stretch>
        </p:blipFill>
        <p:spPr>
          <a:xfrm>
            <a:off x="10182758" y="4029761"/>
            <a:ext cx="53035" cy="71323"/>
          </a:xfrm>
          <a:prstGeom prst="rect">
            <a:avLst/>
          </a:prstGeom>
        </p:spPr>
      </p:pic>
      <p:pic>
        <p:nvPicPr>
          <p:cNvPr id="232" name="Image 218" descr="preencoded.png">    </p:cNvPr>
          <p:cNvPicPr>
            <a:picLocks noChangeAspect="1"/>
          </p:cNvPicPr>
          <p:nvPr/>
        </p:nvPicPr>
        <p:blipFill>
          <a:blip r:embed="rId219"/>
          <a:stretch>
            <a:fillRect/>
          </a:stretch>
        </p:blipFill>
        <p:spPr>
          <a:xfrm>
            <a:off x="10440619" y="4030675"/>
            <a:ext cx="53035" cy="88697"/>
          </a:xfrm>
          <a:prstGeom prst="rect">
            <a:avLst/>
          </a:prstGeom>
        </p:spPr>
      </p:pic>
      <p:pic>
        <p:nvPicPr>
          <p:cNvPr id="233" name="Image 219" descr="preencoded.png">    </p:cNvPr>
          <p:cNvPicPr>
            <a:picLocks noChangeAspect="1"/>
          </p:cNvPicPr>
          <p:nvPr/>
        </p:nvPicPr>
        <p:blipFill>
          <a:blip r:embed="rId220"/>
          <a:stretch>
            <a:fillRect/>
          </a:stretch>
        </p:blipFill>
        <p:spPr>
          <a:xfrm>
            <a:off x="10544861" y="4028846"/>
            <a:ext cx="53035" cy="71323"/>
          </a:xfrm>
          <a:prstGeom prst="rect">
            <a:avLst/>
          </a:prstGeom>
        </p:spPr>
      </p:pic>
      <p:pic>
        <p:nvPicPr>
          <p:cNvPr id="234" name="Image 220" descr="preencoded.png">    </p:cNvPr>
          <p:cNvPicPr>
            <a:picLocks noChangeAspect="1"/>
          </p:cNvPicPr>
          <p:nvPr/>
        </p:nvPicPr>
        <p:blipFill>
          <a:blip r:embed="rId221"/>
          <a:stretch>
            <a:fillRect/>
          </a:stretch>
        </p:blipFill>
        <p:spPr>
          <a:xfrm>
            <a:off x="10393070" y="4029761"/>
            <a:ext cx="53035" cy="88697"/>
          </a:xfrm>
          <a:prstGeom prst="rect">
            <a:avLst/>
          </a:prstGeom>
        </p:spPr>
      </p:pic>
      <p:pic>
        <p:nvPicPr>
          <p:cNvPr id="235" name="Image 221" descr="preencoded.png">    </p:cNvPr>
          <p:cNvPicPr>
            <a:picLocks noChangeAspect="1"/>
          </p:cNvPicPr>
          <p:nvPr/>
        </p:nvPicPr>
        <p:blipFill>
          <a:blip r:embed="rId222"/>
          <a:stretch>
            <a:fillRect/>
          </a:stretch>
        </p:blipFill>
        <p:spPr>
          <a:xfrm>
            <a:off x="10599725" y="4029761"/>
            <a:ext cx="35662" cy="71323"/>
          </a:xfrm>
          <a:prstGeom prst="rect">
            <a:avLst/>
          </a:prstGeom>
        </p:spPr>
      </p:pic>
      <p:pic>
        <p:nvPicPr>
          <p:cNvPr id="236" name="Image 222" descr="preencoded.png">    </p:cNvPr>
          <p:cNvPicPr>
            <a:picLocks noChangeAspect="1"/>
          </p:cNvPicPr>
          <p:nvPr/>
        </p:nvPicPr>
        <p:blipFill>
          <a:blip r:embed="rId223"/>
          <a:stretch>
            <a:fillRect/>
          </a:stretch>
        </p:blipFill>
        <p:spPr>
          <a:xfrm>
            <a:off x="2147011" y="4059936"/>
            <a:ext cx="407822" cy="309982"/>
          </a:xfrm>
          <a:prstGeom prst="rect">
            <a:avLst/>
          </a:prstGeom>
        </p:spPr>
      </p:pic>
      <p:pic>
        <p:nvPicPr>
          <p:cNvPr id="237" name="Image 223" descr="preencoded.png">    </p:cNvPr>
          <p:cNvPicPr>
            <a:picLocks noChangeAspect="1"/>
          </p:cNvPicPr>
          <p:nvPr/>
        </p:nvPicPr>
        <p:blipFill>
          <a:blip r:embed="rId224"/>
          <a:stretch>
            <a:fillRect/>
          </a:stretch>
        </p:blipFill>
        <p:spPr>
          <a:xfrm>
            <a:off x="5578754" y="4080967"/>
            <a:ext cx="407822" cy="504749"/>
          </a:xfrm>
          <a:prstGeom prst="rect">
            <a:avLst/>
          </a:prstGeom>
        </p:spPr>
      </p:pic>
      <p:pic>
        <p:nvPicPr>
          <p:cNvPr id="238" name="Image 224" descr="preencoded.png">    </p:cNvPr>
          <p:cNvPicPr>
            <a:picLocks noChangeAspect="1"/>
          </p:cNvPicPr>
          <p:nvPr/>
        </p:nvPicPr>
        <p:blipFill>
          <a:blip r:embed="rId225"/>
          <a:stretch>
            <a:fillRect/>
          </a:stretch>
        </p:blipFill>
        <p:spPr>
          <a:xfrm>
            <a:off x="3988613" y="4126687"/>
            <a:ext cx="300838" cy="381305"/>
          </a:xfrm>
          <a:prstGeom prst="rect">
            <a:avLst/>
          </a:prstGeom>
        </p:spPr>
      </p:pic>
      <p:pic>
        <p:nvPicPr>
          <p:cNvPr id="239" name="Image 225" descr="preencoded.png">    </p:cNvPr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6756502" y="4218127"/>
            <a:ext cx="26518" cy="43891"/>
          </a:xfrm>
          <a:prstGeom prst="rect">
            <a:avLst/>
          </a:prstGeom>
        </p:spPr>
      </p:pic>
      <p:pic>
        <p:nvPicPr>
          <p:cNvPr id="240" name="Image 226" descr="preencoded.png">    </p:cNvPr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2709367" y="4276649"/>
            <a:ext cx="115214" cy="71323"/>
          </a:xfrm>
          <a:prstGeom prst="rect">
            <a:avLst/>
          </a:prstGeom>
        </p:spPr>
      </p:pic>
      <p:pic>
        <p:nvPicPr>
          <p:cNvPr id="241" name="Image 227" descr="preencoded.png">    </p:cNvPr>
          <p:cNvPicPr>
            <a:picLocks noChangeAspect="1"/>
          </p:cNvPicPr>
          <p:nvPr/>
        </p:nvPicPr>
        <p:blipFill>
          <a:blip r:embed="rId228"/>
          <a:stretch>
            <a:fillRect/>
          </a:stretch>
        </p:blipFill>
        <p:spPr>
          <a:xfrm>
            <a:off x="3882542" y="4275734"/>
            <a:ext cx="97841" cy="71323"/>
          </a:xfrm>
          <a:prstGeom prst="rect">
            <a:avLst/>
          </a:prstGeom>
        </p:spPr>
      </p:pic>
      <p:pic>
        <p:nvPicPr>
          <p:cNvPr id="242" name="Image 228" descr="preencoded.png">    </p:cNvPr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6757416" y="4276649"/>
            <a:ext cx="17374" cy="43891"/>
          </a:xfrm>
          <a:prstGeom prst="rect">
            <a:avLst/>
          </a:prstGeom>
        </p:spPr>
      </p:pic>
      <p:pic>
        <p:nvPicPr>
          <p:cNvPr id="243" name="Image 229" descr="preencoded.png">    </p:cNvPr>
          <p:cNvPicPr>
            <a:picLocks noChangeAspect="1"/>
          </p:cNvPicPr>
          <p:nvPr/>
        </p:nvPicPr>
        <p:blipFill>
          <a:blip r:embed="rId230"/>
          <a:stretch>
            <a:fillRect/>
          </a:stretch>
        </p:blipFill>
        <p:spPr>
          <a:xfrm>
            <a:off x="1258214" y="4279392"/>
            <a:ext cx="124358" cy="71323"/>
          </a:xfrm>
          <a:prstGeom prst="rect">
            <a:avLst/>
          </a:prstGeom>
        </p:spPr>
      </p:pic>
      <p:pic>
        <p:nvPicPr>
          <p:cNvPr id="244" name="Image 230" descr="preencoded.png">    </p:cNvPr>
          <p:cNvPicPr>
            <a:picLocks noChangeAspect="1"/>
          </p:cNvPicPr>
          <p:nvPr/>
        </p:nvPicPr>
        <p:blipFill>
          <a:blip r:embed="rId231"/>
          <a:stretch>
            <a:fillRect/>
          </a:stretch>
        </p:blipFill>
        <p:spPr>
          <a:xfrm>
            <a:off x="5148072" y="4302252"/>
            <a:ext cx="416052" cy="1231697"/>
          </a:xfrm>
          <a:prstGeom prst="rect">
            <a:avLst/>
          </a:prstGeom>
        </p:spPr>
      </p:pic>
      <p:pic>
        <p:nvPicPr>
          <p:cNvPr id="245" name="Image 231" descr="preencoded.png">    </p:cNvPr>
          <p:cNvPicPr>
            <a:picLocks noChangeAspect="1"/>
          </p:cNvPicPr>
          <p:nvPr/>
        </p:nvPicPr>
        <p:blipFill>
          <a:blip r:embed="rId232"/>
          <a:stretch>
            <a:fillRect/>
          </a:stretch>
        </p:blipFill>
        <p:spPr>
          <a:xfrm>
            <a:off x="6019495" y="4324198"/>
            <a:ext cx="470002" cy="478231"/>
          </a:xfrm>
          <a:prstGeom prst="rect">
            <a:avLst/>
          </a:prstGeom>
        </p:spPr>
      </p:pic>
      <p:pic>
        <p:nvPicPr>
          <p:cNvPr id="246" name="Image 232" descr="preencoded.png">    </p:cNvPr>
          <p:cNvPicPr>
            <a:picLocks noChangeAspect="1"/>
          </p:cNvPicPr>
          <p:nvPr/>
        </p:nvPicPr>
        <p:blipFill>
          <a:blip r:embed="rId233"/>
          <a:stretch>
            <a:fillRect/>
          </a:stretch>
        </p:blipFill>
        <p:spPr>
          <a:xfrm>
            <a:off x="6758330" y="4337914"/>
            <a:ext cx="17374" cy="106070"/>
          </a:xfrm>
          <a:prstGeom prst="rect">
            <a:avLst/>
          </a:prstGeom>
        </p:spPr>
      </p:pic>
      <p:pic>
        <p:nvPicPr>
          <p:cNvPr id="247" name="Image 233" descr="preencoded.png">    </p:cNvPr>
          <p:cNvPicPr>
            <a:picLocks noChangeAspect="1"/>
          </p:cNvPicPr>
          <p:nvPr/>
        </p:nvPicPr>
        <p:blipFill>
          <a:blip r:embed="rId234"/>
          <a:stretch>
            <a:fillRect/>
          </a:stretch>
        </p:blipFill>
        <p:spPr>
          <a:xfrm>
            <a:off x="5152644" y="4431182"/>
            <a:ext cx="71323" cy="247802"/>
          </a:xfrm>
          <a:prstGeom prst="rect">
            <a:avLst/>
          </a:prstGeom>
        </p:spPr>
      </p:pic>
      <p:pic>
        <p:nvPicPr>
          <p:cNvPr id="248" name="Image 234" descr="preencoded.png">    </p:cNvPr>
          <p:cNvPicPr>
            <a:picLocks noChangeAspect="1"/>
          </p:cNvPicPr>
          <p:nvPr/>
        </p:nvPicPr>
        <p:blipFill>
          <a:blip r:embed="rId235"/>
          <a:stretch>
            <a:fillRect/>
          </a:stretch>
        </p:blipFill>
        <p:spPr>
          <a:xfrm>
            <a:off x="4612234" y="4431182"/>
            <a:ext cx="71323" cy="247802"/>
          </a:xfrm>
          <a:prstGeom prst="rect">
            <a:avLst/>
          </a:prstGeom>
        </p:spPr>
      </p:pic>
      <p:pic>
        <p:nvPicPr>
          <p:cNvPr id="249" name="Image 235" descr="preencoded.png">    </p:cNvPr>
          <p:cNvPicPr>
            <a:picLocks noChangeAspect="1"/>
          </p:cNvPicPr>
          <p:nvPr/>
        </p:nvPicPr>
        <p:blipFill>
          <a:blip r:embed="rId236"/>
          <a:stretch>
            <a:fillRect/>
          </a:stretch>
        </p:blipFill>
        <p:spPr>
          <a:xfrm>
            <a:off x="1818742" y="4440326"/>
            <a:ext cx="460858" cy="416052"/>
          </a:xfrm>
          <a:prstGeom prst="rect">
            <a:avLst/>
          </a:prstGeom>
        </p:spPr>
      </p:pic>
      <p:pic>
        <p:nvPicPr>
          <p:cNvPr id="250" name="Image 236" descr="preencoded.png">    </p:cNvPr>
          <p:cNvPicPr>
            <a:picLocks noChangeAspect="1"/>
          </p:cNvPicPr>
          <p:nvPr/>
        </p:nvPicPr>
        <p:blipFill>
          <a:blip r:embed="rId237"/>
          <a:stretch>
            <a:fillRect/>
          </a:stretch>
        </p:blipFill>
        <p:spPr>
          <a:xfrm>
            <a:off x="6534302" y="4465015"/>
            <a:ext cx="460858" cy="487375"/>
          </a:xfrm>
          <a:prstGeom prst="rect">
            <a:avLst/>
          </a:prstGeom>
        </p:spPr>
      </p:pic>
      <p:pic>
        <p:nvPicPr>
          <p:cNvPr id="251" name="Image 237" descr="preencoded.png">    </p:cNvPr>
          <p:cNvPicPr>
            <a:picLocks noChangeAspect="1"/>
          </p:cNvPicPr>
          <p:nvPr/>
        </p:nvPicPr>
        <p:blipFill>
          <a:blip r:embed="rId238"/>
          <a:stretch>
            <a:fillRect/>
          </a:stretch>
        </p:blipFill>
        <p:spPr>
          <a:xfrm>
            <a:off x="9693554" y="4557370"/>
            <a:ext cx="53035" cy="9144"/>
          </a:xfrm>
          <a:prstGeom prst="rect">
            <a:avLst/>
          </a:prstGeom>
        </p:spPr>
      </p:pic>
      <p:pic>
        <p:nvPicPr>
          <p:cNvPr id="252" name="Image 238" descr="preencoded.png">    </p:cNvPr>
          <p:cNvPicPr>
            <a:picLocks noChangeAspect="1"/>
          </p:cNvPicPr>
          <p:nvPr/>
        </p:nvPicPr>
        <p:blipFill>
          <a:blip r:embed="rId239"/>
          <a:stretch>
            <a:fillRect/>
          </a:stretch>
        </p:blipFill>
        <p:spPr>
          <a:xfrm>
            <a:off x="4568342" y="4681728"/>
            <a:ext cx="602590" cy="833018"/>
          </a:xfrm>
          <a:prstGeom prst="rect">
            <a:avLst/>
          </a:prstGeom>
        </p:spPr>
      </p:pic>
      <p:pic>
        <p:nvPicPr>
          <p:cNvPr id="253" name="Image 239" descr="preencoded.png">    </p:cNvPr>
          <p:cNvPicPr>
            <a:picLocks noChangeAspect="1"/>
          </p:cNvPicPr>
          <p:nvPr/>
        </p:nvPicPr>
        <p:blipFill>
          <a:blip r:embed="rId240"/>
          <a:stretch>
            <a:fillRect/>
          </a:stretch>
        </p:blipFill>
        <p:spPr>
          <a:xfrm>
            <a:off x="6018581" y="4847234"/>
            <a:ext cx="470002" cy="664769"/>
          </a:xfrm>
          <a:prstGeom prst="rect">
            <a:avLst/>
          </a:prstGeom>
        </p:spPr>
      </p:pic>
      <p:pic>
        <p:nvPicPr>
          <p:cNvPr id="254" name="Image 240" descr="preencoded.png">    </p:cNvPr>
          <p:cNvPicPr>
            <a:picLocks noChangeAspect="1"/>
          </p:cNvPicPr>
          <p:nvPr/>
        </p:nvPicPr>
        <p:blipFill>
          <a:blip r:embed="rId241"/>
          <a:stretch>
            <a:fillRect/>
          </a:stretch>
        </p:blipFill>
        <p:spPr>
          <a:xfrm>
            <a:off x="7810805" y="4857293"/>
            <a:ext cx="2445106" cy="1249070"/>
          </a:xfrm>
          <a:prstGeom prst="rect">
            <a:avLst/>
          </a:prstGeom>
        </p:spPr>
      </p:pic>
      <p:pic>
        <p:nvPicPr>
          <p:cNvPr id="255" name="Image 241" descr="preencoded.png">    </p:cNvPr>
          <p:cNvPicPr>
            <a:picLocks noChangeAspect="1"/>
          </p:cNvPicPr>
          <p:nvPr/>
        </p:nvPicPr>
        <p:blipFill>
          <a:blip r:embed="rId242"/>
          <a:stretch>
            <a:fillRect/>
          </a:stretch>
        </p:blipFill>
        <p:spPr>
          <a:xfrm>
            <a:off x="11061497" y="4855464"/>
            <a:ext cx="868680" cy="1249070"/>
          </a:xfrm>
          <a:prstGeom prst="rect">
            <a:avLst/>
          </a:prstGeom>
        </p:spPr>
      </p:pic>
      <p:pic>
        <p:nvPicPr>
          <p:cNvPr id="256" name="Image 242" descr="preencoded.png">    </p:cNvPr>
          <p:cNvPicPr>
            <a:picLocks noChangeAspect="1"/>
          </p:cNvPicPr>
          <p:nvPr/>
        </p:nvPicPr>
        <p:blipFill>
          <a:blip r:embed="rId243"/>
          <a:stretch>
            <a:fillRect/>
          </a:stretch>
        </p:blipFill>
        <p:spPr>
          <a:xfrm>
            <a:off x="7819034" y="4858207"/>
            <a:ext cx="1337767" cy="1240841"/>
          </a:xfrm>
          <a:prstGeom prst="rect">
            <a:avLst/>
          </a:prstGeom>
        </p:spPr>
      </p:pic>
      <p:pic>
        <p:nvPicPr>
          <p:cNvPr id="257" name="Image 243" descr="preencoded.png">    </p:cNvPr>
          <p:cNvPicPr>
            <a:picLocks noChangeAspect="1"/>
          </p:cNvPicPr>
          <p:nvPr/>
        </p:nvPicPr>
        <p:blipFill>
          <a:blip r:embed="rId244"/>
          <a:stretch>
            <a:fillRect/>
          </a:stretch>
        </p:blipFill>
        <p:spPr>
          <a:xfrm>
            <a:off x="4582058" y="5061204"/>
            <a:ext cx="576072" cy="185623"/>
          </a:xfrm>
          <a:prstGeom prst="rect">
            <a:avLst/>
          </a:prstGeom>
        </p:spPr>
      </p:pic>
      <p:pic>
        <p:nvPicPr>
          <p:cNvPr id="258" name="Image 244" descr="preencoded.png">    </p:cNvPr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11251692" y="5146243"/>
            <a:ext cx="283464" cy="345643"/>
          </a:xfrm>
          <a:prstGeom prst="rect">
            <a:avLst/>
          </a:prstGeom>
        </p:spPr>
      </p:pic>
      <p:pic>
        <p:nvPicPr>
          <p:cNvPr id="259" name="Image 245" descr="preencoded.png">    </p:cNvPr>
          <p:cNvPicPr>
            <a:picLocks noChangeAspect="1"/>
          </p:cNvPicPr>
          <p:nvPr/>
        </p:nvPicPr>
        <p:blipFill>
          <a:blip r:embed="rId246"/>
          <a:stretch>
            <a:fillRect/>
          </a:stretch>
        </p:blipFill>
        <p:spPr>
          <a:xfrm>
            <a:off x="4582058" y="5187391"/>
            <a:ext cx="576072" cy="185623"/>
          </a:xfrm>
          <a:prstGeom prst="rect">
            <a:avLst/>
          </a:prstGeom>
        </p:spPr>
      </p:pic>
      <p:pic>
        <p:nvPicPr>
          <p:cNvPr id="260" name="Image 246" descr="preencoded.png">    </p:cNvPr>
          <p:cNvPicPr>
            <a:picLocks noChangeAspect="1"/>
          </p:cNvPicPr>
          <p:nvPr/>
        </p:nvPicPr>
        <p:blipFill>
          <a:blip r:embed="rId247"/>
          <a:stretch>
            <a:fillRect/>
          </a:stretch>
        </p:blipFill>
        <p:spPr>
          <a:xfrm>
            <a:off x="2368296" y="5191049"/>
            <a:ext cx="283464" cy="62179"/>
          </a:xfrm>
          <a:prstGeom prst="rect">
            <a:avLst/>
          </a:prstGeom>
        </p:spPr>
      </p:pic>
      <p:pic>
        <p:nvPicPr>
          <p:cNvPr id="261" name="Image 247" descr="preencoded.png">    </p:cNvPr>
          <p:cNvPicPr>
            <a:picLocks noChangeAspect="1"/>
          </p:cNvPicPr>
          <p:nvPr/>
        </p:nvPicPr>
        <p:blipFill>
          <a:blip r:embed="rId248"/>
          <a:stretch>
            <a:fillRect/>
          </a:stretch>
        </p:blipFill>
        <p:spPr>
          <a:xfrm>
            <a:off x="4842662" y="5190134"/>
            <a:ext cx="300838" cy="71323"/>
          </a:xfrm>
          <a:prstGeom prst="rect">
            <a:avLst/>
          </a:prstGeom>
        </p:spPr>
      </p:pic>
      <p:sp>
        <p:nvSpPr>
          <p:cNvPr id="262" name="Shape 12"/>
          <p:cNvSpPr/>
          <p:nvPr/>
        </p:nvSpPr>
        <p:spPr>
          <a:xfrm rot="6000">
            <a:off x="11301070" y="5247742"/>
            <a:ext cx="102413" cy="19202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263" name="Image 248" descr="preencoded.png">    </p:cNvPr>
          <p:cNvPicPr>
            <a:picLocks noChangeAspect="1"/>
          </p:cNvPicPr>
          <p:nvPr/>
        </p:nvPicPr>
        <p:blipFill>
          <a:blip r:embed="rId249"/>
          <a:stretch>
            <a:fillRect/>
          </a:stretch>
        </p:blipFill>
        <p:spPr>
          <a:xfrm>
            <a:off x="5578754" y="5249570"/>
            <a:ext cx="407822" cy="513893"/>
          </a:xfrm>
          <a:prstGeom prst="rect">
            <a:avLst/>
          </a:prstGeom>
        </p:spPr>
      </p:pic>
      <p:pic>
        <p:nvPicPr>
          <p:cNvPr id="264" name="Image 249" descr="preencoded.png">    </p:cNvPr>
          <p:cNvPicPr>
            <a:picLocks noChangeAspect="1"/>
          </p:cNvPicPr>
          <p:nvPr/>
        </p:nvPicPr>
        <p:blipFill>
          <a:blip r:embed="rId250"/>
          <a:stretch>
            <a:fillRect/>
          </a:stretch>
        </p:blipFill>
        <p:spPr>
          <a:xfrm>
            <a:off x="2349094" y="5253228"/>
            <a:ext cx="319126" cy="185623"/>
          </a:xfrm>
          <a:prstGeom prst="rect">
            <a:avLst/>
          </a:prstGeom>
        </p:spPr>
      </p:pic>
      <p:pic>
        <p:nvPicPr>
          <p:cNvPr id="265" name="Image 250" descr="preencoded.png">    </p:cNvPr>
          <p:cNvPicPr>
            <a:picLocks noChangeAspect="1"/>
          </p:cNvPicPr>
          <p:nvPr/>
        </p:nvPicPr>
        <p:blipFill>
          <a:blip r:embed="rId251"/>
          <a:stretch>
            <a:fillRect/>
          </a:stretch>
        </p:blipFill>
        <p:spPr>
          <a:xfrm>
            <a:off x="11453774" y="5271516"/>
            <a:ext cx="283464" cy="345643"/>
          </a:xfrm>
          <a:prstGeom prst="rect">
            <a:avLst/>
          </a:prstGeom>
        </p:spPr>
      </p:pic>
      <p:sp>
        <p:nvSpPr>
          <p:cNvPr id="266" name="Shape 13"/>
          <p:cNvSpPr/>
          <p:nvPr/>
        </p:nvSpPr>
        <p:spPr>
          <a:xfrm rot="12000">
            <a:off x="11300155" y="5291633"/>
            <a:ext cx="147218" cy="19202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267" name="Image 251" descr="preencoded.png">    </p:cNvPr>
          <p:cNvPicPr>
            <a:picLocks noChangeAspect="1"/>
          </p:cNvPicPr>
          <p:nvPr/>
        </p:nvPicPr>
        <p:blipFill>
          <a:blip r:embed="rId252"/>
          <a:stretch>
            <a:fillRect/>
          </a:stretch>
        </p:blipFill>
        <p:spPr>
          <a:xfrm>
            <a:off x="6302045" y="5304434"/>
            <a:ext cx="35662" cy="115214"/>
          </a:xfrm>
          <a:prstGeom prst="rect">
            <a:avLst/>
          </a:prstGeom>
        </p:spPr>
      </p:pic>
      <p:pic>
        <p:nvPicPr>
          <p:cNvPr id="268" name="Image 252" descr="preencoded.png">    </p:cNvPr>
          <p:cNvPicPr>
            <a:picLocks noChangeAspect="1"/>
          </p:cNvPicPr>
          <p:nvPr/>
        </p:nvPicPr>
        <p:blipFill>
          <a:blip r:embed="rId253"/>
          <a:stretch>
            <a:fillRect/>
          </a:stretch>
        </p:blipFill>
        <p:spPr>
          <a:xfrm>
            <a:off x="7177126" y="5305349"/>
            <a:ext cx="35662" cy="115214"/>
          </a:xfrm>
          <a:prstGeom prst="rect">
            <a:avLst/>
          </a:prstGeom>
        </p:spPr>
      </p:pic>
      <p:pic>
        <p:nvPicPr>
          <p:cNvPr id="269" name="Image 253" descr="preencoded.png">    </p:cNvPr>
          <p:cNvPicPr>
            <a:picLocks noChangeAspect="1"/>
          </p:cNvPicPr>
          <p:nvPr/>
        </p:nvPicPr>
        <p:blipFill>
          <a:blip r:embed="rId254"/>
          <a:stretch>
            <a:fillRect/>
          </a:stretch>
        </p:blipFill>
        <p:spPr>
          <a:xfrm>
            <a:off x="10412273" y="5304434"/>
            <a:ext cx="363017" cy="336499"/>
          </a:xfrm>
          <a:prstGeom prst="rect">
            <a:avLst/>
          </a:prstGeom>
        </p:spPr>
      </p:pic>
      <p:pic>
        <p:nvPicPr>
          <p:cNvPr id="270" name="Image 254" descr="preencoded.png">    </p:cNvPr>
          <p:cNvPicPr>
            <a:picLocks noChangeAspect="1"/>
          </p:cNvPicPr>
          <p:nvPr/>
        </p:nvPicPr>
        <p:blipFill>
          <a:blip r:embed="rId255"/>
          <a:stretch>
            <a:fillRect/>
          </a:stretch>
        </p:blipFill>
        <p:spPr>
          <a:xfrm>
            <a:off x="6892747" y="5307178"/>
            <a:ext cx="43891" cy="88697"/>
          </a:xfrm>
          <a:prstGeom prst="rect">
            <a:avLst/>
          </a:prstGeom>
        </p:spPr>
      </p:pic>
      <p:pic>
        <p:nvPicPr>
          <p:cNvPr id="271" name="Image 255" descr="preencoded.png">    </p:cNvPr>
          <p:cNvPicPr>
            <a:picLocks noChangeAspect="1"/>
          </p:cNvPicPr>
          <p:nvPr/>
        </p:nvPicPr>
        <p:blipFill>
          <a:blip r:embed="rId256"/>
          <a:stretch>
            <a:fillRect/>
          </a:stretch>
        </p:blipFill>
        <p:spPr>
          <a:xfrm>
            <a:off x="7133234" y="5307178"/>
            <a:ext cx="53035" cy="88697"/>
          </a:xfrm>
          <a:prstGeom prst="rect">
            <a:avLst/>
          </a:prstGeom>
        </p:spPr>
      </p:pic>
      <p:pic>
        <p:nvPicPr>
          <p:cNvPr id="272" name="Image 256" descr="preencoded.png">    </p:cNvPr>
          <p:cNvPicPr>
            <a:picLocks noChangeAspect="1"/>
          </p:cNvPicPr>
          <p:nvPr/>
        </p:nvPicPr>
        <p:blipFill>
          <a:blip r:embed="rId257"/>
          <a:stretch>
            <a:fillRect/>
          </a:stretch>
        </p:blipFill>
        <p:spPr>
          <a:xfrm>
            <a:off x="6334963" y="5307178"/>
            <a:ext cx="194767" cy="97841"/>
          </a:xfrm>
          <a:prstGeom prst="rect">
            <a:avLst/>
          </a:prstGeom>
        </p:spPr>
      </p:pic>
      <p:pic>
        <p:nvPicPr>
          <p:cNvPr id="273" name="Image 257" descr="preencoded.png">    </p:cNvPr>
          <p:cNvPicPr>
            <a:picLocks noChangeAspect="1"/>
          </p:cNvPicPr>
          <p:nvPr/>
        </p:nvPicPr>
        <p:blipFill>
          <a:blip r:embed="rId258"/>
          <a:stretch>
            <a:fillRect/>
          </a:stretch>
        </p:blipFill>
        <p:spPr>
          <a:xfrm>
            <a:off x="6526073" y="5329123"/>
            <a:ext cx="53035" cy="71323"/>
          </a:xfrm>
          <a:prstGeom prst="rect">
            <a:avLst/>
          </a:prstGeom>
        </p:spPr>
      </p:pic>
      <p:pic>
        <p:nvPicPr>
          <p:cNvPr id="274" name="Image 258" descr="preencoded.png">    </p:cNvPr>
          <p:cNvPicPr>
            <a:picLocks noChangeAspect="1"/>
          </p:cNvPicPr>
          <p:nvPr/>
        </p:nvPicPr>
        <p:blipFill>
          <a:blip r:embed="rId259"/>
          <a:stretch>
            <a:fillRect/>
          </a:stretch>
        </p:blipFill>
        <p:spPr>
          <a:xfrm>
            <a:off x="6947611" y="5329123"/>
            <a:ext cx="185623" cy="71323"/>
          </a:xfrm>
          <a:prstGeom prst="rect">
            <a:avLst/>
          </a:prstGeom>
        </p:spPr>
      </p:pic>
      <p:sp>
        <p:nvSpPr>
          <p:cNvPr id="275" name="Shape 14"/>
          <p:cNvSpPr/>
          <p:nvPr/>
        </p:nvSpPr>
        <p:spPr>
          <a:xfrm rot="24000">
            <a:off x="11300155" y="5331866"/>
            <a:ext cx="148133" cy="19202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276" name="Shape 15"/>
          <p:cNvSpPr/>
          <p:nvPr/>
        </p:nvSpPr>
        <p:spPr>
          <a:xfrm rot="-10686000">
            <a:off x="6602882" y="5334610"/>
            <a:ext cx="53035" cy="20117"/>
          </a:xfrm>
          <a:prstGeom prst="ellipse">
            <a:avLst/>
          </a:prstGeom>
          <a:solidFill>
            <a:srgbClr val="000101"/>
          </a:solidFill>
          <a:ln/>
        </p:spPr>
      </p:sp>
      <p:pic>
        <p:nvPicPr>
          <p:cNvPr id="277" name="Image 259" descr="preencoded.png">    </p:cNvPr>
          <p:cNvPicPr>
            <a:picLocks noChangeAspect="1"/>
          </p:cNvPicPr>
          <p:nvPr/>
        </p:nvPicPr>
        <p:blipFill>
          <a:blip r:embed="rId260"/>
          <a:stretch>
            <a:fillRect/>
          </a:stretch>
        </p:blipFill>
        <p:spPr>
          <a:xfrm>
            <a:off x="6974129" y="5349240"/>
            <a:ext cx="17374" cy="17374"/>
          </a:xfrm>
          <a:prstGeom prst="rect">
            <a:avLst/>
          </a:prstGeom>
        </p:spPr>
      </p:pic>
      <p:pic>
        <p:nvPicPr>
          <p:cNvPr id="278" name="Image 260" descr="preencoded.png">    </p:cNvPr>
          <p:cNvPicPr>
            <a:picLocks noChangeAspect="1"/>
          </p:cNvPicPr>
          <p:nvPr/>
        </p:nvPicPr>
        <p:blipFill>
          <a:blip r:embed="rId261"/>
          <a:stretch>
            <a:fillRect/>
          </a:stretch>
        </p:blipFill>
        <p:spPr>
          <a:xfrm>
            <a:off x="6604711" y="5357470"/>
            <a:ext cx="53035" cy="17374"/>
          </a:xfrm>
          <a:prstGeom prst="rect">
            <a:avLst/>
          </a:prstGeom>
        </p:spPr>
      </p:pic>
      <p:sp>
        <p:nvSpPr>
          <p:cNvPr id="279" name="Shape 16"/>
          <p:cNvSpPr/>
          <p:nvPr/>
        </p:nvSpPr>
        <p:spPr>
          <a:xfrm rot="6000">
            <a:off x="11300155" y="5373929"/>
            <a:ext cx="145390" cy="19202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280" name="Shape 17"/>
          <p:cNvSpPr/>
          <p:nvPr/>
        </p:nvSpPr>
        <p:spPr>
          <a:xfrm rot="-3822000">
            <a:off x="7208215" y="5385816"/>
            <a:ext cx="32918" cy="19202"/>
          </a:xfrm>
          <a:prstGeom prst="ellipse">
            <a:avLst/>
          </a:prstGeom>
          <a:solidFill>
            <a:srgbClr val="000101"/>
          </a:solidFill>
          <a:ln/>
        </p:spPr>
      </p:sp>
      <p:sp>
        <p:nvSpPr>
          <p:cNvPr id="281" name="Shape 18"/>
          <p:cNvSpPr/>
          <p:nvPr/>
        </p:nvSpPr>
        <p:spPr>
          <a:xfrm rot="18000">
            <a:off x="11299241" y="5415077"/>
            <a:ext cx="128016" cy="18288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282" name="Image 261" descr="preencoded.png">    </p:cNvPr>
          <p:cNvPicPr>
            <a:picLocks noChangeAspect="1"/>
          </p:cNvPicPr>
          <p:nvPr/>
        </p:nvPicPr>
        <p:blipFill>
          <a:blip r:embed="rId262"/>
          <a:stretch>
            <a:fillRect/>
          </a:stretch>
        </p:blipFill>
        <p:spPr>
          <a:xfrm>
            <a:off x="10607954" y="5432450"/>
            <a:ext cx="283464" cy="274320"/>
          </a:xfrm>
          <a:prstGeom prst="rect">
            <a:avLst/>
          </a:prstGeom>
        </p:spPr>
      </p:pic>
      <p:pic>
        <p:nvPicPr>
          <p:cNvPr id="283" name="Image 262" descr="preencoded.png">    </p:cNvPr>
          <p:cNvPicPr>
            <a:picLocks noChangeAspect="1"/>
          </p:cNvPicPr>
          <p:nvPr/>
        </p:nvPicPr>
        <p:blipFill>
          <a:blip r:embed="rId263"/>
          <a:stretch>
            <a:fillRect/>
          </a:stretch>
        </p:blipFill>
        <p:spPr>
          <a:xfrm>
            <a:off x="9144914" y="5447081"/>
            <a:ext cx="132588" cy="71323"/>
          </a:xfrm>
          <a:prstGeom prst="rect">
            <a:avLst/>
          </a:prstGeom>
        </p:spPr>
      </p:pic>
      <p:pic>
        <p:nvPicPr>
          <p:cNvPr id="284" name="Image 263" descr="preencoded.png">    </p:cNvPr>
          <p:cNvPicPr>
            <a:picLocks noChangeAspect="1"/>
          </p:cNvPicPr>
          <p:nvPr/>
        </p:nvPicPr>
        <p:blipFill>
          <a:blip r:embed="rId264"/>
          <a:stretch>
            <a:fillRect/>
          </a:stretch>
        </p:blipFill>
        <p:spPr>
          <a:xfrm>
            <a:off x="10242194" y="5446166"/>
            <a:ext cx="150876" cy="71323"/>
          </a:xfrm>
          <a:prstGeom prst="rect">
            <a:avLst/>
          </a:prstGeom>
        </p:spPr>
      </p:pic>
      <p:pic>
        <p:nvPicPr>
          <p:cNvPr id="285" name="Image 264" descr="preencoded.png">    </p:cNvPr>
          <p:cNvPicPr>
            <a:picLocks noChangeAspect="1"/>
          </p:cNvPicPr>
          <p:nvPr/>
        </p:nvPicPr>
        <p:blipFill>
          <a:blip r:embed="rId265"/>
          <a:stretch>
            <a:fillRect/>
          </a:stretch>
        </p:blipFill>
        <p:spPr>
          <a:xfrm>
            <a:off x="10912450" y="5448910"/>
            <a:ext cx="150876" cy="71323"/>
          </a:xfrm>
          <a:prstGeom prst="rect">
            <a:avLst/>
          </a:prstGeom>
        </p:spPr>
      </p:pic>
      <p:pic>
        <p:nvPicPr>
          <p:cNvPr id="286" name="Image 265" descr="preencoded.png">    </p:cNvPr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>
            <a:off x="11067898" y="5488229"/>
            <a:ext cx="9144" cy="132588"/>
          </a:xfrm>
          <a:prstGeom prst="rect">
            <a:avLst/>
          </a:prstGeom>
        </p:spPr>
      </p:pic>
      <p:pic>
        <p:nvPicPr>
          <p:cNvPr id="287" name="Image 266" descr="preencoded.png">    </p:cNvPr>
          <p:cNvPicPr>
            <a:picLocks noChangeAspect="1"/>
          </p:cNvPicPr>
          <p:nvPr/>
        </p:nvPicPr>
        <p:blipFill>
          <a:blip r:embed="rId267"/>
          <a:stretch>
            <a:fillRect/>
          </a:stretch>
        </p:blipFill>
        <p:spPr>
          <a:xfrm>
            <a:off x="2370125" y="5565953"/>
            <a:ext cx="274320" cy="62179"/>
          </a:xfrm>
          <a:prstGeom prst="rect">
            <a:avLst/>
          </a:prstGeom>
        </p:spPr>
      </p:pic>
      <p:pic>
        <p:nvPicPr>
          <p:cNvPr id="288" name="Image 267" descr="preencoded.png">    </p:cNvPr>
          <p:cNvPicPr>
            <a:picLocks noChangeAspect="1"/>
          </p:cNvPicPr>
          <p:nvPr/>
        </p:nvPicPr>
        <p:blipFill>
          <a:blip r:embed="rId268"/>
          <a:stretch>
            <a:fillRect/>
          </a:stretch>
        </p:blipFill>
        <p:spPr>
          <a:xfrm>
            <a:off x="293522" y="5576011"/>
            <a:ext cx="71323" cy="71323"/>
          </a:xfrm>
          <a:prstGeom prst="rect">
            <a:avLst/>
          </a:prstGeom>
        </p:spPr>
      </p:pic>
      <p:pic>
        <p:nvPicPr>
          <p:cNvPr id="289" name="Image 268" descr="preencoded.png">    </p:cNvPr>
          <p:cNvPicPr>
            <a:picLocks noChangeAspect="1"/>
          </p:cNvPicPr>
          <p:nvPr/>
        </p:nvPicPr>
        <p:blipFill>
          <a:blip r:embed="rId269"/>
          <a:stretch>
            <a:fillRect/>
          </a:stretch>
        </p:blipFill>
        <p:spPr>
          <a:xfrm>
            <a:off x="592531" y="5597957"/>
            <a:ext cx="88697" cy="35662"/>
          </a:xfrm>
          <a:prstGeom prst="rect">
            <a:avLst/>
          </a:prstGeom>
        </p:spPr>
      </p:pic>
      <p:sp>
        <p:nvSpPr>
          <p:cNvPr id="290" name="Shape 19"/>
          <p:cNvSpPr/>
          <p:nvPr/>
        </p:nvSpPr>
        <p:spPr>
          <a:xfrm rot="-3078000">
            <a:off x="682142" y="5602529"/>
            <a:ext cx="27432" cy="14630"/>
          </a:xfrm>
          <a:prstGeom prst="ellipse">
            <a:avLst/>
          </a:prstGeom>
          <a:solidFill>
            <a:srgbClr val="142F43"/>
          </a:solidFill>
          <a:ln/>
        </p:spPr>
      </p:sp>
      <p:pic>
        <p:nvPicPr>
          <p:cNvPr id="291" name="Image 269" descr="preencoded.png">    </p:cNvPr>
          <p:cNvPicPr>
            <a:picLocks noChangeAspect="1"/>
          </p:cNvPicPr>
          <p:nvPr/>
        </p:nvPicPr>
        <p:blipFill>
          <a:blip r:embed="rId270"/>
          <a:stretch>
            <a:fillRect/>
          </a:stretch>
        </p:blipFill>
        <p:spPr>
          <a:xfrm>
            <a:off x="712318" y="5602529"/>
            <a:ext cx="26518" cy="26518"/>
          </a:xfrm>
          <a:prstGeom prst="rect">
            <a:avLst/>
          </a:prstGeom>
        </p:spPr>
      </p:pic>
      <p:pic>
        <p:nvPicPr>
          <p:cNvPr id="292" name="Image 270" descr="preencoded.png">    </p:cNvPr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2349094" y="5627218"/>
            <a:ext cx="319126" cy="185623"/>
          </a:xfrm>
          <a:prstGeom prst="rect">
            <a:avLst/>
          </a:prstGeom>
        </p:spPr>
      </p:pic>
      <p:sp>
        <p:nvSpPr>
          <p:cNvPr id="293" name="Shape 20"/>
          <p:cNvSpPr/>
          <p:nvPr/>
        </p:nvSpPr>
        <p:spPr>
          <a:xfrm>
            <a:off x="277063" y="5685739"/>
            <a:ext cx="502006" cy="41148"/>
          </a:xfrm>
          <a:prstGeom prst="roundRect">
            <a:avLst/>
          </a:prstGeom>
          <a:solidFill>
            <a:srgbClr val="EAF0F6"/>
          </a:solidFill>
          <a:ln/>
        </p:spPr>
      </p:sp>
      <p:pic>
        <p:nvPicPr>
          <p:cNvPr id="294" name="Image 271" descr="preencoded.png">    </p:cNvPr>
          <p:cNvPicPr>
            <a:picLocks noChangeAspect="1"/>
          </p:cNvPicPr>
          <p:nvPr/>
        </p:nvPicPr>
        <p:blipFill>
          <a:blip r:embed="rId272"/>
          <a:stretch>
            <a:fillRect/>
          </a:stretch>
        </p:blipFill>
        <p:spPr>
          <a:xfrm>
            <a:off x="256032" y="5730545"/>
            <a:ext cx="593446" cy="141732"/>
          </a:xfrm>
          <a:prstGeom prst="rect">
            <a:avLst/>
          </a:prstGeom>
        </p:spPr>
      </p:pic>
      <p:sp>
        <p:nvSpPr>
          <p:cNvPr id="295" name="Shape 21"/>
          <p:cNvSpPr/>
          <p:nvPr/>
        </p:nvSpPr>
        <p:spPr>
          <a:xfrm>
            <a:off x="279806" y="5872277"/>
            <a:ext cx="500177" cy="42062"/>
          </a:xfrm>
          <a:prstGeom prst="roundRect">
            <a:avLst/>
          </a:prstGeom>
          <a:solidFill>
            <a:srgbClr val="EAF0F6"/>
          </a:solidFill>
          <a:ln/>
        </p:spPr>
      </p:sp>
      <p:pic>
        <p:nvPicPr>
          <p:cNvPr id="296" name="Image 272" descr="preencoded.png">    </p:cNvPr>
          <p:cNvPicPr>
            <a:picLocks noChangeAspect="1"/>
          </p:cNvPicPr>
          <p:nvPr/>
        </p:nvPicPr>
        <p:blipFill>
          <a:blip r:embed="rId273"/>
          <a:stretch>
            <a:fillRect/>
          </a:stretch>
        </p:blipFill>
        <p:spPr>
          <a:xfrm>
            <a:off x="291694" y="5950001"/>
            <a:ext cx="79553" cy="79553"/>
          </a:xfrm>
          <a:prstGeom prst="rect">
            <a:avLst/>
          </a:prstGeom>
        </p:spPr>
      </p:pic>
      <p:pic>
        <p:nvPicPr>
          <p:cNvPr id="297" name="Image 273" descr="preencoded.png">    </p:cNvPr>
          <p:cNvPicPr>
            <a:picLocks noChangeAspect="1"/>
          </p:cNvPicPr>
          <p:nvPr/>
        </p:nvPicPr>
        <p:blipFill>
          <a:blip r:embed="rId274"/>
          <a:stretch>
            <a:fillRect/>
          </a:stretch>
        </p:blipFill>
        <p:spPr>
          <a:xfrm>
            <a:off x="2561234" y="5953658"/>
            <a:ext cx="88697" cy="79553"/>
          </a:xfrm>
          <a:prstGeom prst="rect">
            <a:avLst/>
          </a:prstGeom>
        </p:spPr>
      </p:pic>
      <p:pic>
        <p:nvPicPr>
          <p:cNvPr id="298" name="Image 274" descr="preencoded.png">    </p:cNvPr>
          <p:cNvPicPr>
            <a:picLocks noChangeAspect="1"/>
          </p:cNvPicPr>
          <p:nvPr/>
        </p:nvPicPr>
        <p:blipFill>
          <a:blip r:embed="rId275"/>
          <a:stretch>
            <a:fillRect/>
          </a:stretch>
        </p:blipFill>
        <p:spPr>
          <a:xfrm>
            <a:off x="696773" y="5968289"/>
            <a:ext cx="43891" cy="35662"/>
          </a:xfrm>
          <a:prstGeom prst="rect">
            <a:avLst/>
          </a:prstGeom>
        </p:spPr>
      </p:pic>
      <p:pic>
        <p:nvPicPr>
          <p:cNvPr id="299" name="Image 275" descr="preencoded.png">    </p:cNvPr>
          <p:cNvPicPr>
            <a:picLocks noChangeAspect="1"/>
          </p:cNvPicPr>
          <p:nvPr/>
        </p:nvPicPr>
        <p:blipFill>
          <a:blip r:embed="rId276"/>
          <a:stretch>
            <a:fillRect/>
          </a:stretch>
        </p:blipFill>
        <p:spPr>
          <a:xfrm>
            <a:off x="595274" y="5969203"/>
            <a:ext cx="88697" cy="35662"/>
          </a:xfrm>
          <a:prstGeom prst="rect">
            <a:avLst/>
          </a:prstGeom>
        </p:spPr>
      </p:pic>
      <p:pic>
        <p:nvPicPr>
          <p:cNvPr id="300" name="Image 276" descr="preencoded.png">    </p:cNvPr>
          <p:cNvPicPr>
            <a:picLocks noChangeAspect="1"/>
          </p:cNvPicPr>
          <p:nvPr/>
        </p:nvPicPr>
        <p:blipFill>
          <a:blip r:embed="rId277"/>
          <a:stretch>
            <a:fillRect/>
          </a:stretch>
        </p:blipFill>
        <p:spPr>
          <a:xfrm>
            <a:off x="2415845" y="6075274"/>
            <a:ext cx="194767" cy="159106"/>
          </a:xfrm>
          <a:prstGeom prst="rect">
            <a:avLst/>
          </a:prstGeom>
        </p:spPr>
      </p:pic>
      <p:pic>
        <p:nvPicPr>
          <p:cNvPr id="301" name="Image 277" descr="preencoded.png">    </p:cNvPr>
          <p:cNvPicPr>
            <a:picLocks noChangeAspect="1"/>
          </p:cNvPicPr>
          <p:nvPr/>
        </p:nvPicPr>
        <p:blipFill>
          <a:blip r:embed="rId278"/>
          <a:stretch>
            <a:fillRect/>
          </a:stretch>
        </p:blipFill>
        <p:spPr>
          <a:xfrm>
            <a:off x="4005986" y="6617513"/>
            <a:ext cx="185623" cy="150876"/>
          </a:xfrm>
          <a:prstGeom prst="rect">
            <a:avLst/>
          </a:prstGeom>
        </p:spPr>
      </p:pic>
      <p:pic>
        <p:nvPicPr>
          <p:cNvPr id="302" name="Image 278" descr="preencoded.png">    </p:cNvPr>
          <p:cNvPicPr>
            <a:picLocks noChangeAspect="1"/>
          </p:cNvPicPr>
          <p:nvPr/>
        </p:nvPicPr>
        <p:blipFill>
          <a:blip r:embed="rId279"/>
          <a:stretch>
            <a:fillRect/>
          </a:stretch>
        </p:blipFill>
        <p:spPr>
          <a:xfrm>
            <a:off x="2023567" y="6623914"/>
            <a:ext cx="71323" cy="79553"/>
          </a:xfrm>
          <a:prstGeom prst="rect">
            <a:avLst/>
          </a:prstGeom>
        </p:spPr>
      </p:pic>
      <p:pic>
        <p:nvPicPr>
          <p:cNvPr id="303" name="Image 279" descr="preencoded.png">    </p:cNvPr>
          <p:cNvPicPr>
            <a:picLocks noChangeAspect="1"/>
          </p:cNvPicPr>
          <p:nvPr/>
        </p:nvPicPr>
        <p:blipFill>
          <a:blip r:embed="rId280"/>
          <a:stretch>
            <a:fillRect/>
          </a:stretch>
        </p:blipFill>
        <p:spPr>
          <a:xfrm>
            <a:off x="5746090" y="6682435"/>
            <a:ext cx="62179" cy="26518"/>
          </a:xfrm>
          <a:prstGeom prst="rect">
            <a:avLst/>
          </a:prstGeom>
        </p:spPr>
      </p:pic>
      <p:pic>
        <p:nvPicPr>
          <p:cNvPr id="304" name="Image 280" descr="preencoded.png">    </p:cNvPr>
          <p:cNvPicPr>
            <a:picLocks noChangeAspect="1"/>
          </p:cNvPicPr>
          <p:nvPr/>
        </p:nvPicPr>
        <p:blipFill>
          <a:blip r:embed="rId281"/>
          <a:stretch>
            <a:fillRect/>
          </a:stretch>
        </p:blipFill>
        <p:spPr>
          <a:xfrm>
            <a:off x="9606686" y="2032711"/>
            <a:ext cx="504749" cy="557784"/>
          </a:xfrm>
          <a:prstGeom prst="rect">
            <a:avLst/>
          </a:prstGeom>
        </p:spPr>
      </p:pic>
      <p:pic>
        <p:nvPicPr>
          <p:cNvPr id="305" name="Image 281" descr="preencoded.png">    </p:cNvPr>
          <p:cNvPicPr>
            <a:picLocks noChangeAspect="1"/>
          </p:cNvPicPr>
          <p:nvPr/>
        </p:nvPicPr>
        <p:blipFill>
          <a:blip r:embed="rId282"/>
          <a:stretch>
            <a:fillRect/>
          </a:stretch>
        </p:blipFill>
        <p:spPr>
          <a:xfrm>
            <a:off x="9614916" y="2046427"/>
            <a:ext cx="470002" cy="549554"/>
          </a:xfrm>
          <a:prstGeom prst="rect">
            <a:avLst/>
          </a:prstGeom>
        </p:spPr>
      </p:pic>
      <p:pic>
        <p:nvPicPr>
          <p:cNvPr id="306" name="Image 282" descr="preencoded.png">    </p:cNvPr>
          <p:cNvPicPr>
            <a:picLocks noChangeAspect="1"/>
          </p:cNvPicPr>
          <p:nvPr/>
        </p:nvPicPr>
        <p:blipFill>
          <a:blip r:embed="rId283"/>
          <a:stretch>
            <a:fillRect/>
          </a:stretch>
        </p:blipFill>
        <p:spPr>
          <a:xfrm>
            <a:off x="9779508" y="2438705"/>
            <a:ext cx="150876" cy="150876"/>
          </a:xfrm>
          <a:prstGeom prst="rect">
            <a:avLst/>
          </a:prstGeom>
        </p:spPr>
      </p:pic>
      <p:pic>
        <p:nvPicPr>
          <p:cNvPr id="307" name="Image 283" descr="preencoded.png">    </p:cNvPr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9845345" y="2562149"/>
            <a:ext cx="17374" cy="17374"/>
          </a:xfrm>
          <a:prstGeom prst="rect">
            <a:avLst/>
          </a:prstGeom>
        </p:spPr>
      </p:pic>
      <p:pic>
        <p:nvPicPr>
          <p:cNvPr id="308" name="Image 284" descr="preencoded.png">    </p:cNvPr>
          <p:cNvPicPr>
            <a:picLocks noChangeAspect="1"/>
          </p:cNvPicPr>
          <p:nvPr/>
        </p:nvPicPr>
        <p:blipFill>
          <a:blip r:embed="rId285"/>
          <a:stretch>
            <a:fillRect/>
          </a:stretch>
        </p:blipFill>
        <p:spPr>
          <a:xfrm>
            <a:off x="3410712" y="4219956"/>
            <a:ext cx="17374" cy="26518"/>
          </a:xfrm>
          <a:prstGeom prst="rect">
            <a:avLst/>
          </a:prstGeom>
        </p:spPr>
      </p:pic>
      <p:pic>
        <p:nvPicPr>
          <p:cNvPr id="309" name="Image 285" descr="preencoded.png">    </p:cNvPr>
          <p:cNvPicPr>
            <a:picLocks noChangeAspect="1"/>
          </p:cNvPicPr>
          <p:nvPr/>
        </p:nvPicPr>
        <p:blipFill>
          <a:blip r:embed="rId286"/>
          <a:stretch>
            <a:fillRect/>
          </a:stretch>
        </p:blipFill>
        <p:spPr>
          <a:xfrm>
            <a:off x="3343046" y="4264762"/>
            <a:ext cx="150876" cy="159106"/>
          </a:xfrm>
          <a:prstGeom prst="rect">
            <a:avLst/>
          </a:prstGeom>
        </p:spPr>
      </p:pic>
      <p:pic>
        <p:nvPicPr>
          <p:cNvPr id="310" name="Image 286" descr="preencoded.png">    </p:cNvPr>
          <p:cNvPicPr>
            <a:picLocks noChangeAspect="1"/>
          </p:cNvPicPr>
          <p:nvPr/>
        </p:nvPicPr>
        <p:blipFill>
          <a:blip r:embed="rId287"/>
          <a:stretch>
            <a:fillRect/>
          </a:stretch>
        </p:blipFill>
        <p:spPr>
          <a:xfrm>
            <a:off x="3277210" y="4144975"/>
            <a:ext cx="79553" cy="213055"/>
          </a:xfrm>
          <a:prstGeom prst="rect">
            <a:avLst/>
          </a:prstGeom>
        </p:spPr>
      </p:pic>
      <p:pic>
        <p:nvPicPr>
          <p:cNvPr id="311" name="Image 287" descr="preencoded.png">    </p:cNvPr>
          <p:cNvPicPr>
            <a:picLocks noChangeAspect="1"/>
          </p:cNvPicPr>
          <p:nvPr/>
        </p:nvPicPr>
        <p:blipFill>
          <a:blip r:embed="rId288"/>
          <a:stretch>
            <a:fillRect/>
          </a:stretch>
        </p:blipFill>
        <p:spPr>
          <a:xfrm>
            <a:off x="3344875" y="4274820"/>
            <a:ext cx="26518" cy="43891"/>
          </a:xfrm>
          <a:prstGeom prst="rect">
            <a:avLst/>
          </a:prstGeom>
        </p:spPr>
      </p:pic>
      <p:pic>
        <p:nvPicPr>
          <p:cNvPr id="312" name="Image 288" descr="preencoded.png">    </p:cNvPr>
          <p:cNvPicPr>
            <a:picLocks noChangeAspect="1"/>
          </p:cNvPicPr>
          <p:nvPr/>
        </p:nvPicPr>
        <p:blipFill>
          <a:blip r:embed="rId289"/>
          <a:stretch>
            <a:fillRect/>
          </a:stretch>
        </p:blipFill>
        <p:spPr>
          <a:xfrm>
            <a:off x="3326587" y="4309567"/>
            <a:ext cx="26518" cy="26518"/>
          </a:xfrm>
          <a:prstGeom prst="rect">
            <a:avLst/>
          </a:prstGeom>
        </p:spPr>
      </p:pic>
      <p:pic>
        <p:nvPicPr>
          <p:cNvPr id="313" name="Image 289" descr="preencoded.png">    </p:cNvPr>
          <p:cNvPicPr>
            <a:picLocks noChangeAspect="1"/>
          </p:cNvPicPr>
          <p:nvPr/>
        </p:nvPicPr>
        <p:blipFill>
          <a:blip r:embed="rId290"/>
          <a:stretch>
            <a:fillRect/>
          </a:stretch>
        </p:blipFill>
        <p:spPr>
          <a:xfrm>
            <a:off x="3324758" y="4264762"/>
            <a:ext cx="35662" cy="17374"/>
          </a:xfrm>
          <a:prstGeom prst="rect">
            <a:avLst/>
          </a:prstGeom>
        </p:spPr>
      </p:pic>
      <p:pic>
        <p:nvPicPr>
          <p:cNvPr id="314" name="Image 290" descr="preencoded.png">    </p:cNvPr>
          <p:cNvPicPr>
            <a:picLocks noChangeAspect="1"/>
          </p:cNvPicPr>
          <p:nvPr/>
        </p:nvPicPr>
        <p:blipFill>
          <a:blip r:embed="rId291"/>
          <a:stretch>
            <a:fillRect/>
          </a:stretch>
        </p:blipFill>
        <p:spPr>
          <a:xfrm>
            <a:off x="4643323" y="715975"/>
            <a:ext cx="336499" cy="328270"/>
          </a:xfrm>
          <a:prstGeom prst="rect">
            <a:avLst/>
          </a:prstGeom>
        </p:spPr>
      </p:pic>
      <p:pic>
        <p:nvPicPr>
          <p:cNvPr id="315" name="Image 291" descr="preencoded.png">    </p:cNvPr>
          <p:cNvPicPr>
            <a:picLocks noChangeAspect="1"/>
          </p:cNvPicPr>
          <p:nvPr/>
        </p:nvPicPr>
        <p:blipFill>
          <a:blip r:embed="rId292"/>
          <a:stretch>
            <a:fillRect/>
          </a:stretch>
        </p:blipFill>
        <p:spPr>
          <a:xfrm>
            <a:off x="7466076" y="735178"/>
            <a:ext cx="381305" cy="230429"/>
          </a:xfrm>
          <a:prstGeom prst="rect">
            <a:avLst/>
          </a:prstGeom>
        </p:spPr>
      </p:pic>
      <p:pic>
        <p:nvPicPr>
          <p:cNvPr id="316" name="Image 292" descr="preencoded.png">    </p:cNvPr>
          <p:cNvPicPr>
            <a:picLocks noChangeAspect="1"/>
          </p:cNvPicPr>
          <p:nvPr/>
        </p:nvPicPr>
        <p:blipFill>
          <a:blip r:embed="rId293"/>
          <a:stretch>
            <a:fillRect/>
          </a:stretch>
        </p:blipFill>
        <p:spPr>
          <a:xfrm>
            <a:off x="2213762" y="1712671"/>
            <a:ext cx="638251" cy="1337767"/>
          </a:xfrm>
          <a:prstGeom prst="rect">
            <a:avLst/>
          </a:prstGeom>
        </p:spPr>
      </p:pic>
      <p:pic>
        <p:nvPicPr>
          <p:cNvPr id="317" name="Image 293" descr="preencoded.png">    </p:cNvPr>
          <p:cNvPicPr>
            <a:picLocks noChangeAspect="1"/>
          </p:cNvPicPr>
          <p:nvPr/>
        </p:nvPicPr>
        <p:blipFill>
          <a:blip r:embed="rId294"/>
          <a:stretch>
            <a:fillRect/>
          </a:stretch>
        </p:blipFill>
        <p:spPr>
          <a:xfrm>
            <a:off x="3358591" y="1846174"/>
            <a:ext cx="283464" cy="274320"/>
          </a:xfrm>
          <a:prstGeom prst="rect">
            <a:avLst/>
          </a:prstGeom>
        </p:spPr>
      </p:pic>
      <p:pic>
        <p:nvPicPr>
          <p:cNvPr id="318" name="Image 294" descr="preencoded.png">    </p:cNvPr>
          <p:cNvPicPr>
            <a:picLocks noChangeAspect="1"/>
          </p:cNvPicPr>
          <p:nvPr/>
        </p:nvPicPr>
        <p:blipFill>
          <a:blip r:embed="rId295"/>
          <a:stretch>
            <a:fillRect/>
          </a:stretch>
        </p:blipFill>
        <p:spPr>
          <a:xfrm>
            <a:off x="328270" y="1865376"/>
            <a:ext cx="381305" cy="363017"/>
          </a:xfrm>
          <a:prstGeom prst="rect">
            <a:avLst/>
          </a:prstGeom>
        </p:spPr>
      </p:pic>
      <p:pic>
        <p:nvPicPr>
          <p:cNvPr id="319" name="Image 295" descr="preencoded.png">    </p:cNvPr>
          <p:cNvPicPr>
            <a:picLocks noChangeAspect="1"/>
          </p:cNvPicPr>
          <p:nvPr/>
        </p:nvPicPr>
        <p:blipFill>
          <a:blip r:embed="rId296"/>
          <a:stretch>
            <a:fillRect/>
          </a:stretch>
        </p:blipFill>
        <p:spPr>
          <a:xfrm>
            <a:off x="9596628" y="2021738"/>
            <a:ext cx="513893" cy="566928"/>
          </a:xfrm>
          <a:prstGeom prst="rect">
            <a:avLst/>
          </a:prstGeom>
        </p:spPr>
      </p:pic>
      <p:pic>
        <p:nvPicPr>
          <p:cNvPr id="320" name="Image 296" descr="preencoded.png">    </p:cNvPr>
          <p:cNvPicPr>
            <a:picLocks noChangeAspect="1"/>
          </p:cNvPicPr>
          <p:nvPr/>
        </p:nvPicPr>
        <p:blipFill>
          <a:blip r:embed="rId297"/>
          <a:stretch>
            <a:fillRect/>
          </a:stretch>
        </p:blipFill>
        <p:spPr>
          <a:xfrm>
            <a:off x="5209337" y="2079346"/>
            <a:ext cx="487375" cy="549554"/>
          </a:xfrm>
          <a:prstGeom prst="rect">
            <a:avLst/>
          </a:prstGeom>
        </p:spPr>
      </p:pic>
      <p:sp>
        <p:nvSpPr>
          <p:cNvPr id="321" name="Shape 22"/>
          <p:cNvSpPr/>
          <p:nvPr/>
        </p:nvSpPr>
        <p:spPr>
          <a:xfrm rot="-10800000">
            <a:off x="6145682" y="2080260"/>
            <a:ext cx="1041502" cy="190195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22" name="Image 297" descr="preencoded.png">    </p:cNvPr>
          <p:cNvPicPr>
            <a:picLocks noChangeAspect="1"/>
          </p:cNvPicPr>
          <p:nvPr/>
        </p:nvPicPr>
        <p:blipFill>
          <a:blip r:embed="rId298"/>
          <a:stretch>
            <a:fillRect/>
          </a:stretch>
        </p:blipFill>
        <p:spPr>
          <a:xfrm>
            <a:off x="6142939" y="2195474"/>
            <a:ext cx="1045159" cy="833018"/>
          </a:xfrm>
          <a:prstGeom prst="rect">
            <a:avLst/>
          </a:prstGeom>
        </p:spPr>
      </p:pic>
      <p:pic>
        <p:nvPicPr>
          <p:cNvPr id="323" name="Image 298" descr="preencoded.png">    </p:cNvPr>
          <p:cNvPicPr>
            <a:picLocks noChangeAspect="1"/>
          </p:cNvPicPr>
          <p:nvPr/>
        </p:nvPicPr>
        <p:blipFill>
          <a:blip r:embed="rId299"/>
          <a:stretch>
            <a:fillRect/>
          </a:stretch>
        </p:blipFill>
        <p:spPr>
          <a:xfrm>
            <a:off x="10888675" y="2200046"/>
            <a:ext cx="451714" cy="62179"/>
          </a:xfrm>
          <a:prstGeom prst="rect">
            <a:avLst/>
          </a:prstGeom>
        </p:spPr>
      </p:pic>
      <p:pic>
        <p:nvPicPr>
          <p:cNvPr id="324" name="Image 299" descr="preencoded.png">    </p:cNvPr>
          <p:cNvPicPr>
            <a:picLocks noChangeAspect="1"/>
          </p:cNvPicPr>
          <p:nvPr/>
        </p:nvPicPr>
        <p:blipFill>
          <a:blip r:embed="rId300"/>
          <a:stretch>
            <a:fillRect/>
          </a:stretch>
        </p:blipFill>
        <p:spPr>
          <a:xfrm>
            <a:off x="10375697" y="2221078"/>
            <a:ext cx="177394" cy="593446"/>
          </a:xfrm>
          <a:prstGeom prst="rect">
            <a:avLst/>
          </a:prstGeom>
        </p:spPr>
      </p:pic>
      <p:pic>
        <p:nvPicPr>
          <p:cNvPr id="325" name="Image 300" descr="preencoded.png">    </p:cNvPr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328270" y="2230222"/>
            <a:ext cx="381305" cy="150876"/>
          </a:xfrm>
          <a:prstGeom prst="rect">
            <a:avLst/>
          </a:prstGeom>
        </p:spPr>
      </p:pic>
      <p:pic>
        <p:nvPicPr>
          <p:cNvPr id="326" name="Image 301" descr="preencoded.png">    </p:cNvPr>
          <p:cNvPicPr>
            <a:picLocks noChangeAspect="1"/>
          </p:cNvPicPr>
          <p:nvPr/>
        </p:nvPicPr>
        <p:blipFill>
          <a:blip r:embed="rId302"/>
          <a:stretch>
            <a:fillRect/>
          </a:stretch>
        </p:blipFill>
        <p:spPr>
          <a:xfrm>
            <a:off x="10148011" y="2388413"/>
            <a:ext cx="213055" cy="62179"/>
          </a:xfrm>
          <a:prstGeom prst="rect">
            <a:avLst/>
          </a:prstGeom>
        </p:spPr>
      </p:pic>
      <p:pic>
        <p:nvPicPr>
          <p:cNvPr id="327" name="Image 302" descr="preencoded.png">    </p:cNvPr>
          <p:cNvPicPr>
            <a:picLocks noChangeAspect="1"/>
          </p:cNvPicPr>
          <p:nvPr/>
        </p:nvPicPr>
        <p:blipFill>
          <a:blip r:embed="rId303"/>
          <a:stretch>
            <a:fillRect/>
          </a:stretch>
        </p:blipFill>
        <p:spPr>
          <a:xfrm>
            <a:off x="9697212" y="2388413"/>
            <a:ext cx="416052" cy="213055"/>
          </a:xfrm>
          <a:prstGeom prst="rect">
            <a:avLst/>
          </a:prstGeom>
        </p:spPr>
      </p:pic>
      <p:pic>
        <p:nvPicPr>
          <p:cNvPr id="328" name="Image 303" descr="preencoded.png">    </p:cNvPr>
          <p:cNvPicPr>
            <a:picLocks noChangeAspect="1"/>
          </p:cNvPicPr>
          <p:nvPr/>
        </p:nvPicPr>
        <p:blipFill>
          <a:blip r:embed="rId304"/>
          <a:stretch>
            <a:fillRect/>
          </a:stretch>
        </p:blipFill>
        <p:spPr>
          <a:xfrm>
            <a:off x="10554005" y="2425903"/>
            <a:ext cx="256946" cy="168250"/>
          </a:xfrm>
          <a:prstGeom prst="rect">
            <a:avLst/>
          </a:prstGeom>
        </p:spPr>
      </p:pic>
      <p:pic>
        <p:nvPicPr>
          <p:cNvPr id="329" name="Image 304" descr="preencoded.png">    </p:cNvPr>
          <p:cNvPicPr>
            <a:picLocks noChangeAspect="1"/>
          </p:cNvPicPr>
          <p:nvPr/>
        </p:nvPicPr>
        <p:blipFill>
          <a:blip r:embed="rId305"/>
          <a:stretch>
            <a:fillRect/>
          </a:stretch>
        </p:blipFill>
        <p:spPr>
          <a:xfrm>
            <a:off x="9784080" y="2443277"/>
            <a:ext cx="141732" cy="132588"/>
          </a:xfrm>
          <a:prstGeom prst="rect">
            <a:avLst/>
          </a:prstGeom>
        </p:spPr>
      </p:pic>
      <p:pic>
        <p:nvPicPr>
          <p:cNvPr id="330" name="Image 305" descr="preencoded.png">    </p:cNvPr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10612526" y="2466137"/>
            <a:ext cx="132588" cy="88697"/>
          </a:xfrm>
          <a:prstGeom prst="rect">
            <a:avLst/>
          </a:prstGeom>
        </p:spPr>
      </p:pic>
      <p:pic>
        <p:nvPicPr>
          <p:cNvPr id="331" name="Image 306" descr="preencoded.png">    </p:cNvPr>
          <p:cNvPicPr>
            <a:picLocks noChangeAspect="1"/>
          </p:cNvPicPr>
          <p:nvPr/>
        </p:nvPicPr>
        <p:blipFill>
          <a:blip r:embed="rId307"/>
          <a:stretch>
            <a:fillRect/>
          </a:stretch>
        </p:blipFill>
        <p:spPr>
          <a:xfrm>
            <a:off x="9848088" y="2566721"/>
            <a:ext cx="26518" cy="17374"/>
          </a:xfrm>
          <a:prstGeom prst="rect">
            <a:avLst/>
          </a:prstGeom>
        </p:spPr>
      </p:pic>
      <p:pic>
        <p:nvPicPr>
          <p:cNvPr id="332" name="Image 307" descr="preencoded.png">    </p:cNvPr>
          <p:cNvPicPr>
            <a:picLocks noChangeAspect="1"/>
          </p:cNvPicPr>
          <p:nvPr/>
        </p:nvPicPr>
        <p:blipFill>
          <a:blip r:embed="rId308"/>
          <a:stretch>
            <a:fillRect/>
          </a:stretch>
        </p:blipFill>
        <p:spPr>
          <a:xfrm>
            <a:off x="3337560" y="2617013"/>
            <a:ext cx="239573" cy="230429"/>
          </a:xfrm>
          <a:prstGeom prst="rect">
            <a:avLst/>
          </a:prstGeom>
        </p:spPr>
      </p:pic>
      <p:pic>
        <p:nvPicPr>
          <p:cNvPr id="333" name="Image 308" descr="preencoded.png">    </p:cNvPr>
          <p:cNvPicPr>
            <a:picLocks noChangeAspect="1"/>
          </p:cNvPicPr>
          <p:nvPr/>
        </p:nvPicPr>
        <p:blipFill>
          <a:blip r:embed="rId309"/>
          <a:stretch>
            <a:fillRect/>
          </a:stretch>
        </p:blipFill>
        <p:spPr>
          <a:xfrm>
            <a:off x="11430914" y="2711196"/>
            <a:ext cx="256946" cy="177394"/>
          </a:xfrm>
          <a:prstGeom prst="rect">
            <a:avLst/>
          </a:prstGeom>
        </p:spPr>
      </p:pic>
      <p:pic>
        <p:nvPicPr>
          <p:cNvPr id="334" name="Image 309" descr="preencoded.png">    </p:cNvPr>
          <p:cNvPicPr>
            <a:picLocks noChangeAspect="1"/>
          </p:cNvPicPr>
          <p:nvPr/>
        </p:nvPicPr>
        <p:blipFill>
          <a:blip r:embed="rId310"/>
          <a:stretch>
            <a:fillRect/>
          </a:stretch>
        </p:blipFill>
        <p:spPr>
          <a:xfrm>
            <a:off x="9787738" y="2782519"/>
            <a:ext cx="53035" cy="88697"/>
          </a:xfrm>
          <a:prstGeom prst="rect">
            <a:avLst/>
          </a:prstGeom>
        </p:spPr>
      </p:pic>
      <p:sp>
        <p:nvSpPr>
          <p:cNvPr id="335" name="Shape 23"/>
          <p:cNvSpPr/>
          <p:nvPr/>
        </p:nvSpPr>
        <p:spPr>
          <a:xfrm rot="-42000">
            <a:off x="10017252" y="2782519"/>
            <a:ext cx="23774" cy="91440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336" name="Image 310" descr="preencoded.png">    </p:cNvPr>
          <p:cNvPicPr>
            <a:picLocks noChangeAspect="1"/>
          </p:cNvPicPr>
          <p:nvPr/>
        </p:nvPicPr>
        <p:blipFill>
          <a:blip r:embed="rId311"/>
          <a:stretch>
            <a:fillRect/>
          </a:stretch>
        </p:blipFill>
        <p:spPr>
          <a:xfrm>
            <a:off x="9933127" y="2784348"/>
            <a:ext cx="26518" cy="26518"/>
          </a:xfrm>
          <a:prstGeom prst="rect">
            <a:avLst/>
          </a:prstGeom>
        </p:spPr>
      </p:pic>
      <p:pic>
        <p:nvPicPr>
          <p:cNvPr id="337" name="Image 311" descr="preencoded.png">    </p:cNvPr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9860890" y="2791663"/>
            <a:ext cx="43891" cy="79553"/>
          </a:xfrm>
          <a:prstGeom prst="rect">
            <a:avLst/>
          </a:prstGeom>
        </p:spPr>
      </p:pic>
      <p:pic>
        <p:nvPicPr>
          <p:cNvPr id="338" name="Image 312" descr="preencoded.png">    </p:cNvPr>
          <p:cNvPicPr>
            <a:picLocks noChangeAspect="1"/>
          </p:cNvPicPr>
          <p:nvPr/>
        </p:nvPicPr>
        <p:blipFill>
          <a:blip r:embed="rId313"/>
          <a:stretch>
            <a:fillRect/>
          </a:stretch>
        </p:blipFill>
        <p:spPr>
          <a:xfrm>
            <a:off x="9591142" y="2805379"/>
            <a:ext cx="194767" cy="88697"/>
          </a:xfrm>
          <a:prstGeom prst="rect">
            <a:avLst/>
          </a:prstGeom>
        </p:spPr>
      </p:pic>
      <p:pic>
        <p:nvPicPr>
          <p:cNvPr id="339" name="Image 313" descr="preencoded.png">    </p:cNvPr>
          <p:cNvPicPr>
            <a:picLocks noChangeAspect="1"/>
          </p:cNvPicPr>
          <p:nvPr/>
        </p:nvPicPr>
        <p:blipFill>
          <a:blip r:embed="rId314"/>
          <a:stretch>
            <a:fillRect/>
          </a:stretch>
        </p:blipFill>
        <p:spPr>
          <a:xfrm>
            <a:off x="9900209" y="2807208"/>
            <a:ext cx="43891" cy="71323"/>
          </a:xfrm>
          <a:prstGeom prst="rect">
            <a:avLst/>
          </a:prstGeom>
        </p:spPr>
      </p:pic>
      <p:sp>
        <p:nvSpPr>
          <p:cNvPr id="340" name="Shape 24"/>
          <p:cNvSpPr/>
          <p:nvPr/>
        </p:nvSpPr>
        <p:spPr>
          <a:xfrm rot="42000">
            <a:off x="9934042" y="2807208"/>
            <a:ext cx="23774" cy="66751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341" name="Image 314" descr="preencoded.png">    </p:cNvPr>
          <p:cNvPicPr>
            <a:picLocks noChangeAspect="1"/>
          </p:cNvPicPr>
          <p:nvPr/>
        </p:nvPicPr>
        <p:blipFill>
          <a:blip r:embed="rId315"/>
          <a:stretch>
            <a:fillRect/>
          </a:stretch>
        </p:blipFill>
        <p:spPr>
          <a:xfrm>
            <a:off x="9962388" y="2806294"/>
            <a:ext cx="53035" cy="88697"/>
          </a:xfrm>
          <a:prstGeom prst="rect">
            <a:avLst/>
          </a:prstGeom>
        </p:spPr>
      </p:pic>
      <p:pic>
        <p:nvPicPr>
          <p:cNvPr id="342" name="Image 315" descr="preencoded.png">    </p:cNvPr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10041026" y="2802636"/>
            <a:ext cx="106070" cy="71323"/>
          </a:xfrm>
          <a:prstGeom prst="rect">
            <a:avLst/>
          </a:prstGeom>
        </p:spPr>
      </p:pic>
      <p:pic>
        <p:nvPicPr>
          <p:cNvPr id="343" name="Image 316" descr="preencoded.png">    </p:cNvPr>
          <p:cNvPicPr>
            <a:picLocks noChangeAspect="1"/>
          </p:cNvPicPr>
          <p:nvPr/>
        </p:nvPicPr>
        <p:blipFill>
          <a:blip r:embed="rId317"/>
          <a:stretch>
            <a:fillRect/>
          </a:stretch>
        </p:blipFill>
        <p:spPr>
          <a:xfrm>
            <a:off x="10784434" y="3018434"/>
            <a:ext cx="1089965" cy="1160374"/>
          </a:xfrm>
          <a:prstGeom prst="rect">
            <a:avLst/>
          </a:prstGeom>
        </p:spPr>
      </p:pic>
      <p:sp>
        <p:nvSpPr>
          <p:cNvPr id="344" name="Shape 25"/>
          <p:cNvSpPr/>
          <p:nvPr/>
        </p:nvSpPr>
        <p:spPr>
          <a:xfrm rot="-10788000">
            <a:off x="9545422" y="3290926"/>
            <a:ext cx="339242" cy="97841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45" name="Image 317" descr="preencoded.png">    </p:cNvPr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10242194" y="3344875"/>
            <a:ext cx="300838" cy="345643"/>
          </a:xfrm>
          <a:prstGeom prst="rect">
            <a:avLst/>
          </a:prstGeom>
        </p:spPr>
      </p:pic>
      <p:pic>
        <p:nvPicPr>
          <p:cNvPr id="346" name="Image 318" descr="preencoded.png">    </p:cNvPr>
          <p:cNvPicPr>
            <a:picLocks noChangeAspect="1"/>
          </p:cNvPicPr>
          <p:nvPr/>
        </p:nvPicPr>
        <p:blipFill>
          <a:blip r:embed="rId319"/>
          <a:stretch>
            <a:fillRect/>
          </a:stretch>
        </p:blipFill>
        <p:spPr>
          <a:xfrm>
            <a:off x="9892894" y="3470148"/>
            <a:ext cx="53035" cy="53035"/>
          </a:xfrm>
          <a:prstGeom prst="rect">
            <a:avLst/>
          </a:prstGeom>
        </p:spPr>
      </p:pic>
      <p:pic>
        <p:nvPicPr>
          <p:cNvPr id="347" name="Image 319" descr="preencoded.png">    </p:cNvPr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3183026" y="3950208"/>
            <a:ext cx="17374" cy="26518"/>
          </a:xfrm>
          <a:prstGeom prst="rect">
            <a:avLst/>
          </a:prstGeom>
        </p:spPr>
      </p:pic>
      <p:sp>
        <p:nvSpPr>
          <p:cNvPr id="348" name="Shape 26"/>
          <p:cNvSpPr/>
          <p:nvPr/>
        </p:nvSpPr>
        <p:spPr>
          <a:xfrm rot="-5604000">
            <a:off x="3513125" y="3954780"/>
            <a:ext cx="29261" cy="21031"/>
          </a:xfrm>
          <a:prstGeom prst="ellipse">
            <a:avLst/>
          </a:prstGeom>
          <a:solidFill>
            <a:srgbClr val="46291E"/>
          </a:solidFill>
          <a:ln/>
        </p:spPr>
      </p:sp>
      <p:sp>
        <p:nvSpPr>
          <p:cNvPr id="349" name="Shape 27"/>
          <p:cNvSpPr/>
          <p:nvPr/>
        </p:nvSpPr>
        <p:spPr>
          <a:xfrm>
            <a:off x="2917850" y="3968496"/>
            <a:ext cx="238658" cy="22860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50" name="Shape 28"/>
          <p:cNvSpPr/>
          <p:nvPr/>
        </p:nvSpPr>
        <p:spPr>
          <a:xfrm rot="6000">
            <a:off x="3231490" y="3968496"/>
            <a:ext cx="252374" cy="24689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51" name="Shape 29"/>
          <p:cNvSpPr/>
          <p:nvPr/>
        </p:nvSpPr>
        <p:spPr>
          <a:xfrm rot="-6000">
            <a:off x="3557930" y="3967582"/>
            <a:ext cx="243230" cy="24689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352" name="Image 320" descr="preencoded.png">    </p:cNvPr>
          <p:cNvPicPr>
            <a:picLocks noChangeAspect="1"/>
          </p:cNvPicPr>
          <p:nvPr/>
        </p:nvPicPr>
        <p:blipFill>
          <a:blip r:embed="rId321"/>
          <a:stretch>
            <a:fillRect/>
          </a:stretch>
        </p:blipFill>
        <p:spPr>
          <a:xfrm>
            <a:off x="1547165" y="3974897"/>
            <a:ext cx="442570" cy="381305"/>
          </a:xfrm>
          <a:prstGeom prst="rect">
            <a:avLst/>
          </a:prstGeom>
        </p:spPr>
      </p:pic>
      <p:sp>
        <p:nvSpPr>
          <p:cNvPr id="353" name="Shape 30"/>
          <p:cNvSpPr/>
          <p:nvPr/>
        </p:nvSpPr>
        <p:spPr>
          <a:xfrm rot="6000">
            <a:off x="2160727" y="3974897"/>
            <a:ext cx="379476" cy="62179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54" name="Shape 31"/>
          <p:cNvSpPr/>
          <p:nvPr/>
        </p:nvSpPr>
        <p:spPr>
          <a:xfrm rot="-5292000">
            <a:off x="3177540" y="4005072"/>
            <a:ext cx="31090" cy="21031"/>
          </a:xfrm>
          <a:prstGeom prst="ellipse">
            <a:avLst/>
          </a:prstGeom>
          <a:solidFill>
            <a:srgbClr val="142F43"/>
          </a:solidFill>
          <a:ln/>
        </p:spPr>
      </p:sp>
      <p:sp>
        <p:nvSpPr>
          <p:cNvPr id="355" name="Shape 32"/>
          <p:cNvSpPr/>
          <p:nvPr/>
        </p:nvSpPr>
        <p:spPr>
          <a:xfrm rot="-5490000">
            <a:off x="3514039" y="4005072"/>
            <a:ext cx="28346" cy="20117"/>
          </a:xfrm>
          <a:prstGeom prst="ellipse">
            <a:avLst/>
          </a:prstGeom>
          <a:solidFill>
            <a:srgbClr val="46291E"/>
          </a:solidFill>
          <a:ln/>
        </p:spPr>
      </p:sp>
      <p:sp>
        <p:nvSpPr>
          <p:cNvPr id="356" name="Shape 33"/>
          <p:cNvSpPr/>
          <p:nvPr/>
        </p:nvSpPr>
        <p:spPr>
          <a:xfrm rot="-24000">
            <a:off x="3559759" y="4010558"/>
            <a:ext cx="163678" cy="24689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57" name="Shape 34"/>
          <p:cNvSpPr/>
          <p:nvPr/>
        </p:nvSpPr>
        <p:spPr>
          <a:xfrm rot="-12000">
            <a:off x="2917850" y="4012387"/>
            <a:ext cx="160020" cy="22860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58" name="Shape 35"/>
          <p:cNvSpPr/>
          <p:nvPr/>
        </p:nvSpPr>
        <p:spPr>
          <a:xfrm>
            <a:off x="3233318" y="4011473"/>
            <a:ext cx="181966" cy="25603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59" name="Shape 36"/>
          <p:cNvSpPr/>
          <p:nvPr/>
        </p:nvSpPr>
        <p:spPr>
          <a:xfrm>
            <a:off x="10137953" y="4021531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0" name="Image 321" descr="preencoded.png">    </p:cNvPr>
          <p:cNvPicPr>
            <a:picLocks noChangeAspect="1"/>
          </p:cNvPicPr>
          <p:nvPr/>
        </p:nvPicPr>
        <p:blipFill>
          <a:blip r:embed="rId322"/>
          <a:stretch>
            <a:fillRect/>
          </a:stretch>
        </p:blipFill>
        <p:spPr>
          <a:xfrm>
            <a:off x="4738421" y="4034333"/>
            <a:ext cx="62179" cy="62179"/>
          </a:xfrm>
          <a:prstGeom prst="rect">
            <a:avLst/>
          </a:prstGeom>
        </p:spPr>
      </p:pic>
      <p:pic>
        <p:nvPicPr>
          <p:cNvPr id="361" name="Image 322" descr="preencoded.png">    </p:cNvPr>
          <p:cNvPicPr>
            <a:picLocks noChangeAspect="1"/>
          </p:cNvPicPr>
          <p:nvPr/>
        </p:nvPicPr>
        <p:blipFill>
          <a:blip r:embed="rId323"/>
          <a:stretch>
            <a:fillRect/>
          </a:stretch>
        </p:blipFill>
        <p:spPr>
          <a:xfrm>
            <a:off x="445313" y="4036162"/>
            <a:ext cx="487375" cy="566928"/>
          </a:xfrm>
          <a:prstGeom prst="rect">
            <a:avLst/>
          </a:prstGeom>
        </p:spPr>
      </p:pic>
      <p:sp>
        <p:nvSpPr>
          <p:cNvPr id="362" name="Shape 37"/>
          <p:cNvSpPr/>
          <p:nvPr/>
        </p:nvSpPr>
        <p:spPr>
          <a:xfrm rot="-5406000">
            <a:off x="10185502" y="4047134"/>
            <a:ext cx="50292" cy="34747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63" name="Image 323" descr="preencoded.png">    </p:cNvPr>
          <p:cNvPicPr>
            <a:picLocks noChangeAspect="1"/>
          </p:cNvPicPr>
          <p:nvPr/>
        </p:nvPicPr>
        <p:blipFill>
          <a:blip r:embed="rId324"/>
          <a:stretch>
            <a:fillRect/>
          </a:stretch>
        </p:blipFill>
        <p:spPr>
          <a:xfrm>
            <a:off x="10557662" y="4038905"/>
            <a:ext cx="35662" cy="26518"/>
          </a:xfrm>
          <a:prstGeom prst="rect">
            <a:avLst/>
          </a:prstGeom>
        </p:spPr>
      </p:pic>
      <p:sp>
        <p:nvSpPr>
          <p:cNvPr id="364" name="Shape 38"/>
          <p:cNvSpPr/>
          <p:nvPr/>
        </p:nvSpPr>
        <p:spPr>
          <a:xfrm rot="-5418000">
            <a:off x="10441534" y="4048049"/>
            <a:ext cx="51206" cy="33833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65" name="Image 324" descr="preencoded.png">    </p:cNvPr>
          <p:cNvPicPr>
            <a:picLocks noChangeAspect="1"/>
          </p:cNvPicPr>
          <p:nvPr/>
        </p:nvPicPr>
        <p:blipFill>
          <a:blip r:embed="rId325"/>
          <a:stretch>
            <a:fillRect/>
          </a:stretch>
        </p:blipFill>
        <p:spPr>
          <a:xfrm>
            <a:off x="3183941" y="4047134"/>
            <a:ext cx="17374" cy="26518"/>
          </a:xfrm>
          <a:prstGeom prst="rect">
            <a:avLst/>
          </a:prstGeom>
        </p:spPr>
      </p:pic>
      <p:pic>
        <p:nvPicPr>
          <p:cNvPr id="366" name="Image 325" descr="preencoded.png">    </p:cNvPr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3515868" y="4046220"/>
            <a:ext cx="26518" cy="26518"/>
          </a:xfrm>
          <a:prstGeom prst="rect">
            <a:avLst/>
          </a:prstGeom>
        </p:spPr>
      </p:pic>
      <p:pic>
        <p:nvPicPr>
          <p:cNvPr id="367" name="Image 326" descr="preencoded.png">    </p:cNvPr>
          <p:cNvPicPr>
            <a:picLocks noChangeAspect="1"/>
          </p:cNvPicPr>
          <p:nvPr/>
        </p:nvPicPr>
        <p:blipFill>
          <a:blip r:embed="rId327"/>
          <a:stretch>
            <a:fillRect/>
          </a:stretch>
        </p:blipFill>
        <p:spPr>
          <a:xfrm>
            <a:off x="10137953" y="4050792"/>
            <a:ext cx="35662" cy="35662"/>
          </a:xfrm>
          <a:prstGeom prst="rect">
            <a:avLst/>
          </a:prstGeom>
        </p:spPr>
      </p:pic>
      <p:sp>
        <p:nvSpPr>
          <p:cNvPr id="368" name="Shape 39"/>
          <p:cNvSpPr/>
          <p:nvPr/>
        </p:nvSpPr>
        <p:spPr>
          <a:xfrm rot="6000">
            <a:off x="2919679" y="4053535"/>
            <a:ext cx="238658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69" name="Shape 40"/>
          <p:cNvSpPr/>
          <p:nvPr/>
        </p:nvSpPr>
        <p:spPr>
          <a:xfrm rot="6000">
            <a:off x="3231490" y="4054450"/>
            <a:ext cx="247802" cy="24689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70" name="Shape 41"/>
          <p:cNvSpPr/>
          <p:nvPr/>
        </p:nvSpPr>
        <p:spPr>
          <a:xfrm rot="-18000">
            <a:off x="3558845" y="4054450"/>
            <a:ext cx="239573" cy="22860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71" name="Shape 42"/>
          <p:cNvSpPr/>
          <p:nvPr/>
        </p:nvSpPr>
        <p:spPr>
          <a:xfrm rot="6000">
            <a:off x="2253996" y="4072738"/>
            <a:ext cx="92354" cy="68580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72" name="Shape 43"/>
          <p:cNvSpPr/>
          <p:nvPr/>
        </p:nvSpPr>
        <p:spPr>
          <a:xfrm>
            <a:off x="2350008" y="4072738"/>
            <a:ext cx="94183" cy="69494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73" name="Shape 44"/>
          <p:cNvSpPr/>
          <p:nvPr/>
        </p:nvSpPr>
        <p:spPr>
          <a:xfrm rot="18000">
            <a:off x="2159813" y="4073652"/>
            <a:ext cx="91440" cy="68580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74" name="Shape 45"/>
          <p:cNvSpPr/>
          <p:nvPr/>
        </p:nvSpPr>
        <p:spPr>
          <a:xfrm rot="12000">
            <a:off x="2448763" y="4073652"/>
            <a:ext cx="90526" cy="67666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75" name="Shape 46"/>
          <p:cNvSpPr/>
          <p:nvPr/>
        </p:nvSpPr>
        <p:spPr>
          <a:xfrm rot="-5310000">
            <a:off x="3512210" y="4094683"/>
            <a:ext cx="30175" cy="23774"/>
          </a:xfrm>
          <a:prstGeom prst="ellipse">
            <a:avLst/>
          </a:prstGeom>
          <a:solidFill>
            <a:srgbClr val="797978"/>
          </a:solidFill>
          <a:ln/>
        </p:spPr>
      </p:sp>
      <p:sp>
        <p:nvSpPr>
          <p:cNvPr id="376" name="Shape 47"/>
          <p:cNvSpPr/>
          <p:nvPr/>
        </p:nvSpPr>
        <p:spPr>
          <a:xfrm rot="-5460000">
            <a:off x="3179369" y="4097426"/>
            <a:ext cx="28346" cy="20117"/>
          </a:xfrm>
          <a:prstGeom prst="ellipse">
            <a:avLst/>
          </a:prstGeom>
          <a:solidFill>
            <a:srgbClr val="46291E"/>
          </a:solidFill>
          <a:ln/>
        </p:spPr>
      </p:sp>
      <p:pic>
        <p:nvPicPr>
          <p:cNvPr id="377" name="Image 327" descr="preencoded.png">    </p:cNvPr>
          <p:cNvPicPr>
            <a:picLocks noChangeAspect="1"/>
          </p:cNvPicPr>
          <p:nvPr/>
        </p:nvPicPr>
        <p:blipFill>
          <a:blip r:embed="rId328"/>
          <a:stretch>
            <a:fillRect/>
          </a:stretch>
        </p:blipFill>
        <p:spPr>
          <a:xfrm>
            <a:off x="5590642" y="4092854"/>
            <a:ext cx="381305" cy="487375"/>
          </a:xfrm>
          <a:prstGeom prst="rect">
            <a:avLst/>
          </a:prstGeom>
        </p:spPr>
      </p:pic>
      <p:sp>
        <p:nvSpPr>
          <p:cNvPr id="378" name="Shape 48"/>
          <p:cNvSpPr/>
          <p:nvPr/>
        </p:nvSpPr>
        <p:spPr>
          <a:xfrm rot="18000">
            <a:off x="3232404" y="4097426"/>
            <a:ext cx="252374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79" name="Shape 49"/>
          <p:cNvSpPr/>
          <p:nvPr/>
        </p:nvSpPr>
        <p:spPr>
          <a:xfrm>
            <a:off x="3557930" y="4098341"/>
            <a:ext cx="242316" cy="21946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80" name="Shape 50"/>
          <p:cNvSpPr/>
          <p:nvPr/>
        </p:nvSpPr>
        <p:spPr>
          <a:xfrm>
            <a:off x="2919679" y="4097426"/>
            <a:ext cx="239573" cy="22860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381" name="Image 328" descr="preencoded.png">    </p:cNvPr>
          <p:cNvPicPr>
            <a:picLocks noChangeAspect="1"/>
          </p:cNvPicPr>
          <p:nvPr/>
        </p:nvPicPr>
        <p:blipFill>
          <a:blip r:embed="rId329"/>
          <a:stretch>
            <a:fillRect/>
          </a:stretch>
        </p:blipFill>
        <p:spPr>
          <a:xfrm>
            <a:off x="4805172" y="4103827"/>
            <a:ext cx="239573" cy="106070"/>
          </a:xfrm>
          <a:prstGeom prst="rect">
            <a:avLst/>
          </a:prstGeom>
        </p:spPr>
      </p:pic>
      <p:pic>
        <p:nvPicPr>
          <p:cNvPr id="382" name="Image 329" descr="preencoded.png">    </p:cNvPr>
          <p:cNvPicPr>
            <a:picLocks noChangeAspect="1"/>
          </p:cNvPicPr>
          <p:nvPr/>
        </p:nvPicPr>
        <p:blipFill>
          <a:blip r:embed="rId330"/>
          <a:stretch>
            <a:fillRect/>
          </a:stretch>
        </p:blipFill>
        <p:spPr>
          <a:xfrm>
            <a:off x="5872277" y="4104742"/>
            <a:ext cx="97841" cy="97841"/>
          </a:xfrm>
          <a:prstGeom prst="rect">
            <a:avLst/>
          </a:prstGeom>
        </p:spPr>
      </p:pic>
      <p:pic>
        <p:nvPicPr>
          <p:cNvPr id="383" name="Image 330" descr="preencoded.png">    </p:cNvPr>
          <p:cNvPicPr>
            <a:picLocks noChangeAspect="1"/>
          </p:cNvPicPr>
          <p:nvPr/>
        </p:nvPicPr>
        <p:blipFill>
          <a:blip r:embed="rId331"/>
          <a:stretch>
            <a:fillRect/>
          </a:stretch>
        </p:blipFill>
        <p:spPr>
          <a:xfrm>
            <a:off x="3182112" y="4133088"/>
            <a:ext cx="354787" cy="300838"/>
          </a:xfrm>
          <a:prstGeom prst="rect">
            <a:avLst/>
          </a:prstGeom>
        </p:spPr>
      </p:pic>
      <p:pic>
        <p:nvPicPr>
          <p:cNvPr id="384" name="Image 331" descr="preencoded.png">    </p:cNvPr>
          <p:cNvPicPr>
            <a:picLocks noChangeAspect="1"/>
          </p:cNvPicPr>
          <p:nvPr/>
        </p:nvPicPr>
        <p:blipFill>
          <a:blip r:embed="rId332"/>
          <a:stretch>
            <a:fillRect/>
          </a:stretch>
        </p:blipFill>
        <p:spPr>
          <a:xfrm>
            <a:off x="3998671" y="4136746"/>
            <a:ext cx="283464" cy="354787"/>
          </a:xfrm>
          <a:prstGeom prst="rect">
            <a:avLst/>
          </a:prstGeom>
        </p:spPr>
      </p:pic>
      <p:sp>
        <p:nvSpPr>
          <p:cNvPr id="385" name="Shape 51"/>
          <p:cNvSpPr/>
          <p:nvPr/>
        </p:nvSpPr>
        <p:spPr>
          <a:xfrm>
            <a:off x="2919679" y="4141318"/>
            <a:ext cx="237744" cy="21031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86" name="Shape 52"/>
          <p:cNvSpPr/>
          <p:nvPr/>
        </p:nvSpPr>
        <p:spPr>
          <a:xfrm rot="-108000">
            <a:off x="3309214" y="4140403"/>
            <a:ext cx="98755" cy="21031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87" name="Shape 53"/>
          <p:cNvSpPr/>
          <p:nvPr/>
        </p:nvSpPr>
        <p:spPr>
          <a:xfrm>
            <a:off x="3559759" y="4141318"/>
            <a:ext cx="239573" cy="21946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388" name="Shape 54"/>
          <p:cNvSpPr/>
          <p:nvPr/>
        </p:nvSpPr>
        <p:spPr>
          <a:xfrm>
            <a:off x="2158898" y="4144975"/>
            <a:ext cx="91440" cy="69494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89" name="Shape 55"/>
          <p:cNvSpPr/>
          <p:nvPr/>
        </p:nvSpPr>
        <p:spPr>
          <a:xfrm>
            <a:off x="2254910" y="4144975"/>
            <a:ext cx="91440" cy="69494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90" name="Shape 56"/>
          <p:cNvSpPr/>
          <p:nvPr/>
        </p:nvSpPr>
        <p:spPr>
          <a:xfrm rot="-12000">
            <a:off x="2350008" y="4144975"/>
            <a:ext cx="94183" cy="69494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391" name="Shape 57"/>
          <p:cNvSpPr/>
          <p:nvPr/>
        </p:nvSpPr>
        <p:spPr>
          <a:xfrm>
            <a:off x="2447849" y="4145890"/>
            <a:ext cx="90526" cy="69494"/>
          </a:xfrm>
          <a:prstGeom prst="roundRect">
            <a:avLst/>
          </a:prstGeom>
          <a:solidFill>
            <a:srgbClr val="EDEFEF"/>
          </a:solidFill>
          <a:ln/>
        </p:spPr>
      </p:sp>
      <p:pic>
        <p:nvPicPr>
          <p:cNvPr id="392" name="Image 332" descr="preencoded.png">    </p:cNvPr>
          <p:cNvPicPr>
            <a:picLocks noChangeAspect="1"/>
          </p:cNvPicPr>
          <p:nvPr/>
        </p:nvPicPr>
        <p:blipFill>
          <a:blip r:embed="rId333"/>
          <a:stretch>
            <a:fillRect/>
          </a:stretch>
        </p:blipFill>
        <p:spPr>
          <a:xfrm>
            <a:off x="3236976" y="4143146"/>
            <a:ext cx="26518" cy="17374"/>
          </a:xfrm>
          <a:prstGeom prst="rect">
            <a:avLst/>
          </a:prstGeom>
        </p:spPr>
      </p:pic>
      <p:pic>
        <p:nvPicPr>
          <p:cNvPr id="393" name="Image 333" descr="preencoded.png">    </p:cNvPr>
          <p:cNvPicPr>
            <a:picLocks noChangeAspect="1"/>
          </p:cNvPicPr>
          <p:nvPr/>
        </p:nvPicPr>
        <p:blipFill>
          <a:blip r:embed="rId334"/>
          <a:stretch>
            <a:fillRect/>
          </a:stretch>
        </p:blipFill>
        <p:spPr>
          <a:xfrm>
            <a:off x="3281782" y="4148633"/>
            <a:ext cx="71323" cy="132588"/>
          </a:xfrm>
          <a:prstGeom prst="rect">
            <a:avLst/>
          </a:prstGeom>
        </p:spPr>
      </p:pic>
      <p:pic>
        <p:nvPicPr>
          <p:cNvPr id="394" name="Image 334" descr="preencoded.png">    </p:cNvPr>
          <p:cNvPicPr>
            <a:picLocks noChangeAspect="1"/>
          </p:cNvPicPr>
          <p:nvPr/>
        </p:nvPicPr>
        <p:blipFill>
          <a:blip r:embed="rId335"/>
          <a:stretch>
            <a:fillRect/>
          </a:stretch>
        </p:blipFill>
        <p:spPr>
          <a:xfrm>
            <a:off x="4199839" y="4147718"/>
            <a:ext cx="71323" cy="71323"/>
          </a:xfrm>
          <a:prstGeom prst="rect">
            <a:avLst/>
          </a:prstGeom>
        </p:spPr>
      </p:pic>
      <p:pic>
        <p:nvPicPr>
          <p:cNvPr id="395" name="Image 335" descr="preencoded.png">    </p:cNvPr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3235147" y="4180637"/>
            <a:ext cx="43891" cy="26518"/>
          </a:xfrm>
          <a:prstGeom prst="rect">
            <a:avLst/>
          </a:prstGeom>
        </p:spPr>
      </p:pic>
      <p:pic>
        <p:nvPicPr>
          <p:cNvPr id="396" name="Image 336" descr="preencoded.png">    </p:cNvPr>
          <p:cNvPicPr>
            <a:picLocks noChangeAspect="1"/>
          </p:cNvPicPr>
          <p:nvPr/>
        </p:nvPicPr>
        <p:blipFill>
          <a:blip r:embed="rId337"/>
          <a:stretch>
            <a:fillRect/>
          </a:stretch>
        </p:blipFill>
        <p:spPr>
          <a:xfrm>
            <a:off x="3182112" y="4182466"/>
            <a:ext cx="17374" cy="26518"/>
          </a:xfrm>
          <a:prstGeom prst="rect">
            <a:avLst/>
          </a:prstGeom>
        </p:spPr>
      </p:pic>
      <p:sp>
        <p:nvSpPr>
          <p:cNvPr id="397" name="Shape 58"/>
          <p:cNvSpPr/>
          <p:nvPr/>
        </p:nvSpPr>
        <p:spPr>
          <a:xfrm rot="-24000">
            <a:off x="2919679" y="4186123"/>
            <a:ext cx="159106" cy="18288"/>
          </a:xfrm>
          <a:prstGeom prst="roundRect">
            <a:avLst/>
          </a:prstGeom>
          <a:solidFill>
            <a:srgbClr val="797978"/>
          </a:solidFill>
          <a:ln/>
        </p:spPr>
      </p:sp>
      <p:pic>
        <p:nvPicPr>
          <p:cNvPr id="398" name="Image 337" descr="preencoded.png">    </p:cNvPr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3515868" y="4183380"/>
            <a:ext cx="26518" cy="26518"/>
          </a:xfrm>
          <a:prstGeom prst="rect">
            <a:avLst/>
          </a:prstGeom>
        </p:spPr>
      </p:pic>
      <p:sp>
        <p:nvSpPr>
          <p:cNvPr id="399" name="Shape 59"/>
          <p:cNvSpPr/>
          <p:nvPr/>
        </p:nvSpPr>
        <p:spPr>
          <a:xfrm rot="-6000">
            <a:off x="3561588" y="4184294"/>
            <a:ext cx="161849" cy="21946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00" name="Image 338" descr="preencoded.png">    </p:cNvPr>
          <p:cNvPicPr>
            <a:picLocks noChangeAspect="1"/>
          </p:cNvPicPr>
          <p:nvPr/>
        </p:nvPicPr>
        <p:blipFill>
          <a:blip r:embed="rId339"/>
          <a:stretch>
            <a:fillRect/>
          </a:stretch>
        </p:blipFill>
        <p:spPr>
          <a:xfrm>
            <a:off x="3335731" y="4187038"/>
            <a:ext cx="43891" cy="26518"/>
          </a:xfrm>
          <a:prstGeom prst="rect">
            <a:avLst/>
          </a:prstGeom>
        </p:spPr>
      </p:pic>
      <p:sp>
        <p:nvSpPr>
          <p:cNvPr id="401" name="Shape 60"/>
          <p:cNvSpPr/>
          <p:nvPr/>
        </p:nvSpPr>
        <p:spPr>
          <a:xfrm>
            <a:off x="2158898" y="4219042"/>
            <a:ext cx="90526" cy="69494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402" name="Shape 61"/>
          <p:cNvSpPr/>
          <p:nvPr/>
        </p:nvSpPr>
        <p:spPr>
          <a:xfrm>
            <a:off x="2254910" y="4218127"/>
            <a:ext cx="92354" cy="69494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403" name="Shape 62"/>
          <p:cNvSpPr/>
          <p:nvPr/>
        </p:nvSpPr>
        <p:spPr>
          <a:xfrm rot="-6000">
            <a:off x="2350922" y="4218127"/>
            <a:ext cx="93269" cy="70409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404" name="Shape 63"/>
          <p:cNvSpPr/>
          <p:nvPr/>
        </p:nvSpPr>
        <p:spPr>
          <a:xfrm>
            <a:off x="2446934" y="4219042"/>
            <a:ext cx="92354" cy="69494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405" name="Shape 64"/>
          <p:cNvSpPr/>
          <p:nvPr/>
        </p:nvSpPr>
        <p:spPr>
          <a:xfrm rot="24000">
            <a:off x="3232404" y="4221785"/>
            <a:ext cx="64008" cy="27432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06" name="Image 339" descr="preencoded.png">    </p:cNvPr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3414370" y="4220870"/>
            <a:ext cx="62179" cy="26518"/>
          </a:xfrm>
          <a:prstGeom prst="rect">
            <a:avLst/>
          </a:prstGeom>
        </p:spPr>
      </p:pic>
      <p:pic>
        <p:nvPicPr>
          <p:cNvPr id="407" name="Image 340" descr="preencoded.png">    </p:cNvPr>
          <p:cNvPicPr>
            <a:picLocks noChangeAspect="1"/>
          </p:cNvPicPr>
          <p:nvPr/>
        </p:nvPicPr>
        <p:blipFill>
          <a:blip r:embed="rId341"/>
          <a:stretch>
            <a:fillRect/>
          </a:stretch>
        </p:blipFill>
        <p:spPr>
          <a:xfrm>
            <a:off x="3183941" y="4225442"/>
            <a:ext cx="17374" cy="26518"/>
          </a:xfrm>
          <a:prstGeom prst="rect">
            <a:avLst/>
          </a:prstGeom>
        </p:spPr>
      </p:pic>
      <p:pic>
        <p:nvPicPr>
          <p:cNvPr id="408" name="Image 341" descr="preencoded.png">    </p:cNvPr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3517697" y="4224528"/>
            <a:ext cx="17374" cy="26518"/>
          </a:xfrm>
          <a:prstGeom prst="rect">
            <a:avLst/>
          </a:prstGeom>
        </p:spPr>
      </p:pic>
      <p:sp>
        <p:nvSpPr>
          <p:cNvPr id="409" name="Shape 65"/>
          <p:cNvSpPr/>
          <p:nvPr/>
        </p:nvSpPr>
        <p:spPr>
          <a:xfrm rot="-18000">
            <a:off x="2919679" y="4227271"/>
            <a:ext cx="236830" cy="20117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10" name="Shape 66"/>
          <p:cNvSpPr/>
          <p:nvPr/>
        </p:nvSpPr>
        <p:spPr>
          <a:xfrm>
            <a:off x="3560674" y="4226357"/>
            <a:ext cx="239573" cy="22860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11" name="Image 342" descr="preencoded.png">    </p:cNvPr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941832" y="4262018"/>
            <a:ext cx="185623" cy="185623"/>
          </a:xfrm>
          <a:prstGeom prst="rect">
            <a:avLst/>
          </a:prstGeom>
        </p:spPr>
      </p:pic>
      <p:sp>
        <p:nvSpPr>
          <p:cNvPr id="412" name="Shape 67"/>
          <p:cNvSpPr/>
          <p:nvPr/>
        </p:nvSpPr>
        <p:spPr>
          <a:xfrm rot="-5382000">
            <a:off x="3180283" y="4269334"/>
            <a:ext cx="27432" cy="21031"/>
          </a:xfrm>
          <a:prstGeom prst="ellipse">
            <a:avLst/>
          </a:prstGeom>
          <a:solidFill>
            <a:srgbClr val="1F4977"/>
          </a:solidFill>
          <a:ln/>
        </p:spPr>
      </p:sp>
      <p:pic>
        <p:nvPicPr>
          <p:cNvPr id="413" name="Image 343" descr="preencoded.png">    </p:cNvPr>
          <p:cNvPicPr>
            <a:picLocks noChangeAspect="1"/>
          </p:cNvPicPr>
          <p:nvPr/>
        </p:nvPicPr>
        <p:blipFill>
          <a:blip r:embed="rId344"/>
          <a:stretch>
            <a:fillRect/>
          </a:stretch>
        </p:blipFill>
        <p:spPr>
          <a:xfrm>
            <a:off x="3234233" y="4265676"/>
            <a:ext cx="88697" cy="26518"/>
          </a:xfrm>
          <a:prstGeom prst="rect">
            <a:avLst/>
          </a:prstGeom>
        </p:spPr>
      </p:pic>
      <p:sp>
        <p:nvSpPr>
          <p:cNvPr id="414" name="Shape 68"/>
          <p:cNvSpPr/>
          <p:nvPr/>
        </p:nvSpPr>
        <p:spPr>
          <a:xfrm rot="-5496000">
            <a:off x="3514039" y="4268419"/>
            <a:ext cx="29261" cy="22860"/>
          </a:xfrm>
          <a:prstGeom prst="ellipse">
            <a:avLst/>
          </a:prstGeom>
          <a:solidFill>
            <a:srgbClr val="46291E"/>
          </a:solidFill>
          <a:ln/>
        </p:spPr>
      </p:sp>
      <p:sp>
        <p:nvSpPr>
          <p:cNvPr id="415" name="Shape 69"/>
          <p:cNvSpPr/>
          <p:nvPr/>
        </p:nvSpPr>
        <p:spPr>
          <a:xfrm rot="-48000">
            <a:off x="3559759" y="4269334"/>
            <a:ext cx="212141" cy="22860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16" name="Image 344" descr="preencoded.png">    </p:cNvPr>
          <p:cNvPicPr>
            <a:picLocks noChangeAspect="1"/>
          </p:cNvPicPr>
          <p:nvPr/>
        </p:nvPicPr>
        <p:blipFill>
          <a:blip r:embed="rId345"/>
          <a:stretch>
            <a:fillRect/>
          </a:stretch>
        </p:blipFill>
        <p:spPr>
          <a:xfrm>
            <a:off x="3329330" y="4269334"/>
            <a:ext cx="35662" cy="71323"/>
          </a:xfrm>
          <a:prstGeom prst="rect">
            <a:avLst/>
          </a:prstGeom>
        </p:spPr>
      </p:pic>
      <p:sp>
        <p:nvSpPr>
          <p:cNvPr id="417" name="Shape 70"/>
          <p:cNvSpPr/>
          <p:nvPr/>
        </p:nvSpPr>
        <p:spPr>
          <a:xfrm rot="6000">
            <a:off x="2918765" y="4271162"/>
            <a:ext cx="235915" cy="21031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18" name="Shape 71"/>
          <p:cNvSpPr/>
          <p:nvPr/>
        </p:nvSpPr>
        <p:spPr>
          <a:xfrm rot="114000">
            <a:off x="3405226" y="4272077"/>
            <a:ext cx="81382" cy="24689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19" name="Image 345" descr="preencoded.png">    </p:cNvPr>
          <p:cNvPicPr>
            <a:picLocks noChangeAspect="1"/>
          </p:cNvPicPr>
          <p:nvPr/>
        </p:nvPicPr>
        <p:blipFill>
          <a:blip r:embed="rId346"/>
          <a:stretch>
            <a:fillRect/>
          </a:stretch>
        </p:blipFill>
        <p:spPr>
          <a:xfrm>
            <a:off x="3349447" y="4279392"/>
            <a:ext cx="141732" cy="141732"/>
          </a:xfrm>
          <a:prstGeom prst="rect">
            <a:avLst/>
          </a:prstGeom>
        </p:spPr>
      </p:pic>
      <p:pic>
        <p:nvPicPr>
          <p:cNvPr id="420" name="Image 346" descr="preencoded.png">    </p:cNvPr>
          <p:cNvPicPr>
            <a:picLocks noChangeAspect="1"/>
          </p:cNvPicPr>
          <p:nvPr/>
        </p:nvPicPr>
        <p:blipFill>
          <a:blip r:embed="rId347"/>
          <a:stretch>
            <a:fillRect/>
          </a:stretch>
        </p:blipFill>
        <p:spPr>
          <a:xfrm>
            <a:off x="2158898" y="4291279"/>
            <a:ext cx="88697" cy="71323"/>
          </a:xfrm>
          <a:prstGeom prst="rect">
            <a:avLst/>
          </a:prstGeom>
        </p:spPr>
      </p:pic>
      <p:sp>
        <p:nvSpPr>
          <p:cNvPr id="421" name="Shape 72"/>
          <p:cNvSpPr/>
          <p:nvPr/>
        </p:nvSpPr>
        <p:spPr>
          <a:xfrm rot="12000">
            <a:off x="2255825" y="4291279"/>
            <a:ext cx="91440" cy="68580"/>
          </a:xfrm>
          <a:prstGeom prst="roundRect">
            <a:avLst/>
          </a:prstGeom>
          <a:solidFill>
            <a:srgbClr val="EDEFEF"/>
          </a:solidFill>
          <a:ln/>
        </p:spPr>
      </p:sp>
      <p:sp>
        <p:nvSpPr>
          <p:cNvPr id="422" name="Shape 73"/>
          <p:cNvSpPr/>
          <p:nvPr/>
        </p:nvSpPr>
        <p:spPr>
          <a:xfrm rot="-6000">
            <a:off x="2350922" y="4291279"/>
            <a:ext cx="93269" cy="68580"/>
          </a:xfrm>
          <a:prstGeom prst="roundRect">
            <a:avLst/>
          </a:prstGeom>
          <a:solidFill>
            <a:srgbClr val="EDEFEF"/>
          </a:solidFill>
          <a:ln/>
        </p:spPr>
      </p:sp>
      <p:pic>
        <p:nvPicPr>
          <p:cNvPr id="423" name="Image 347" descr="preencoded.png">    </p:cNvPr>
          <p:cNvPicPr>
            <a:picLocks noChangeAspect="1"/>
          </p:cNvPicPr>
          <p:nvPr/>
        </p:nvPicPr>
        <p:blipFill>
          <a:blip r:embed="rId348"/>
          <a:stretch>
            <a:fillRect/>
          </a:stretch>
        </p:blipFill>
        <p:spPr>
          <a:xfrm>
            <a:off x="2446934" y="4291279"/>
            <a:ext cx="88697" cy="71323"/>
          </a:xfrm>
          <a:prstGeom prst="rect">
            <a:avLst/>
          </a:prstGeom>
        </p:spPr>
      </p:pic>
      <p:pic>
        <p:nvPicPr>
          <p:cNvPr id="424" name="Image 348" descr="preencoded.png">    </p:cNvPr>
          <p:cNvPicPr>
            <a:picLocks noChangeAspect="1"/>
          </p:cNvPicPr>
          <p:nvPr/>
        </p:nvPicPr>
        <p:blipFill>
          <a:blip r:embed="rId349"/>
          <a:stretch>
            <a:fillRect/>
          </a:stretch>
        </p:blipFill>
        <p:spPr>
          <a:xfrm>
            <a:off x="3183026" y="4308653"/>
            <a:ext cx="17374" cy="26518"/>
          </a:xfrm>
          <a:prstGeom prst="rect">
            <a:avLst/>
          </a:prstGeom>
        </p:spPr>
      </p:pic>
      <p:pic>
        <p:nvPicPr>
          <p:cNvPr id="425" name="Image 349" descr="preencoded.png">    </p:cNvPr>
          <p:cNvPicPr>
            <a:picLocks noChangeAspect="1"/>
          </p:cNvPicPr>
          <p:nvPr/>
        </p:nvPicPr>
        <p:blipFill>
          <a:blip r:embed="rId350"/>
          <a:stretch>
            <a:fillRect/>
          </a:stretch>
        </p:blipFill>
        <p:spPr>
          <a:xfrm>
            <a:off x="3516782" y="4308653"/>
            <a:ext cx="26518" cy="26518"/>
          </a:xfrm>
          <a:prstGeom prst="rect">
            <a:avLst/>
          </a:prstGeom>
        </p:spPr>
      </p:pic>
      <p:sp>
        <p:nvSpPr>
          <p:cNvPr id="426" name="Shape 74"/>
          <p:cNvSpPr/>
          <p:nvPr/>
        </p:nvSpPr>
        <p:spPr>
          <a:xfrm rot="6000">
            <a:off x="3559759" y="4313225"/>
            <a:ext cx="240487" cy="22860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27" name="Shape 75"/>
          <p:cNvSpPr/>
          <p:nvPr/>
        </p:nvSpPr>
        <p:spPr>
          <a:xfrm rot="12000">
            <a:off x="2918765" y="4313225"/>
            <a:ext cx="238658" cy="22860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28" name="Image 350" descr="preencoded.png">    </p:cNvPr>
          <p:cNvPicPr>
            <a:picLocks noChangeAspect="1"/>
          </p:cNvPicPr>
          <p:nvPr/>
        </p:nvPicPr>
        <p:blipFill>
          <a:blip r:embed="rId351"/>
          <a:stretch>
            <a:fillRect/>
          </a:stretch>
        </p:blipFill>
        <p:spPr>
          <a:xfrm>
            <a:off x="994867" y="4315968"/>
            <a:ext cx="71323" cy="79553"/>
          </a:xfrm>
          <a:prstGeom prst="rect">
            <a:avLst/>
          </a:prstGeom>
        </p:spPr>
      </p:pic>
      <p:pic>
        <p:nvPicPr>
          <p:cNvPr id="429" name="Image 351" descr="preencoded.png">    </p:cNvPr>
          <p:cNvPicPr>
            <a:picLocks noChangeAspect="1"/>
          </p:cNvPicPr>
          <p:nvPr/>
        </p:nvPicPr>
        <p:blipFill>
          <a:blip r:embed="rId352"/>
          <a:stretch>
            <a:fillRect/>
          </a:stretch>
        </p:blipFill>
        <p:spPr>
          <a:xfrm>
            <a:off x="3311957" y="4314139"/>
            <a:ext cx="35662" cy="35662"/>
          </a:xfrm>
          <a:prstGeom prst="rect">
            <a:avLst/>
          </a:prstGeom>
        </p:spPr>
      </p:pic>
      <p:pic>
        <p:nvPicPr>
          <p:cNvPr id="430" name="Image 352" descr="preencoded.png">    </p:cNvPr>
          <p:cNvPicPr>
            <a:picLocks noChangeAspect="1"/>
          </p:cNvPicPr>
          <p:nvPr/>
        </p:nvPicPr>
        <p:blipFill>
          <a:blip r:embed="rId353"/>
          <a:stretch>
            <a:fillRect/>
          </a:stretch>
        </p:blipFill>
        <p:spPr>
          <a:xfrm>
            <a:off x="5508346" y="4334256"/>
            <a:ext cx="17374" cy="17374"/>
          </a:xfrm>
          <a:prstGeom prst="rect">
            <a:avLst/>
          </a:prstGeom>
        </p:spPr>
      </p:pic>
      <p:pic>
        <p:nvPicPr>
          <p:cNvPr id="431" name="Image 353" descr="preencoded.png">    </p:cNvPr>
          <p:cNvPicPr>
            <a:picLocks noChangeAspect="1"/>
          </p:cNvPicPr>
          <p:nvPr/>
        </p:nvPicPr>
        <p:blipFill>
          <a:blip r:embed="rId354"/>
          <a:stretch>
            <a:fillRect/>
          </a:stretch>
        </p:blipFill>
        <p:spPr>
          <a:xfrm>
            <a:off x="3183026" y="4351630"/>
            <a:ext cx="17374" cy="35662"/>
          </a:xfrm>
          <a:prstGeom prst="rect">
            <a:avLst/>
          </a:prstGeom>
        </p:spPr>
      </p:pic>
      <p:sp>
        <p:nvSpPr>
          <p:cNvPr id="432" name="Shape 76"/>
          <p:cNvSpPr/>
          <p:nvPr/>
        </p:nvSpPr>
        <p:spPr>
          <a:xfrm rot="30000">
            <a:off x="2919679" y="4355287"/>
            <a:ext cx="155448" cy="21946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33" name="Shape 77"/>
          <p:cNvSpPr/>
          <p:nvPr/>
        </p:nvSpPr>
        <p:spPr>
          <a:xfrm rot="-6234000">
            <a:off x="3515868" y="4356202"/>
            <a:ext cx="24689" cy="20117"/>
          </a:xfrm>
          <a:prstGeom prst="ellipse">
            <a:avLst/>
          </a:prstGeom>
          <a:solidFill>
            <a:srgbClr val="46291E"/>
          </a:solidFill>
          <a:ln/>
        </p:spPr>
      </p:sp>
      <p:sp>
        <p:nvSpPr>
          <p:cNvPr id="434" name="Shape 78"/>
          <p:cNvSpPr/>
          <p:nvPr/>
        </p:nvSpPr>
        <p:spPr>
          <a:xfrm rot="24000">
            <a:off x="3559759" y="4354373"/>
            <a:ext cx="159106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35" name="Shape 79"/>
          <p:cNvSpPr/>
          <p:nvPr/>
        </p:nvSpPr>
        <p:spPr>
          <a:xfrm>
            <a:off x="587959" y="4369003"/>
            <a:ext cx="277063" cy="23774"/>
          </a:xfrm>
          <a:prstGeom prst="roundRect">
            <a:avLst/>
          </a:prstGeom>
          <a:solidFill>
            <a:srgbClr val="797978"/>
          </a:solidFill>
          <a:ln/>
        </p:spPr>
      </p:sp>
      <p:pic>
        <p:nvPicPr>
          <p:cNvPr id="436" name="Image 354" descr="preencoded.png">    </p:cNvPr>
          <p:cNvPicPr>
            <a:picLocks noChangeAspect="1"/>
          </p:cNvPicPr>
          <p:nvPr/>
        </p:nvPicPr>
        <p:blipFill>
          <a:blip r:embed="rId355"/>
          <a:stretch>
            <a:fillRect/>
          </a:stretch>
        </p:blipFill>
        <p:spPr>
          <a:xfrm>
            <a:off x="3518611" y="4395521"/>
            <a:ext cx="17374" cy="26518"/>
          </a:xfrm>
          <a:prstGeom prst="rect">
            <a:avLst/>
          </a:prstGeom>
        </p:spPr>
      </p:pic>
      <p:pic>
        <p:nvPicPr>
          <p:cNvPr id="437" name="Image 355" descr="preencoded.png">    </p:cNvPr>
          <p:cNvPicPr>
            <a:picLocks noChangeAspect="1"/>
          </p:cNvPicPr>
          <p:nvPr/>
        </p:nvPicPr>
        <p:blipFill>
          <a:blip r:embed="rId356"/>
          <a:stretch>
            <a:fillRect/>
          </a:stretch>
        </p:blipFill>
        <p:spPr>
          <a:xfrm>
            <a:off x="3177540" y="4397350"/>
            <a:ext cx="26518" cy="35662"/>
          </a:xfrm>
          <a:prstGeom prst="rect">
            <a:avLst/>
          </a:prstGeom>
        </p:spPr>
      </p:pic>
      <p:sp>
        <p:nvSpPr>
          <p:cNvPr id="438" name="Shape 80"/>
          <p:cNvSpPr/>
          <p:nvPr/>
        </p:nvSpPr>
        <p:spPr>
          <a:xfrm rot="-78000">
            <a:off x="3317443" y="4398264"/>
            <a:ext cx="76810" cy="21031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39" name="Shape 81"/>
          <p:cNvSpPr/>
          <p:nvPr/>
        </p:nvSpPr>
        <p:spPr>
          <a:xfrm>
            <a:off x="3560674" y="4399178"/>
            <a:ext cx="237744" cy="21031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40" name="Shape 82"/>
          <p:cNvSpPr/>
          <p:nvPr/>
        </p:nvSpPr>
        <p:spPr>
          <a:xfrm rot="18000">
            <a:off x="2918765" y="4399178"/>
            <a:ext cx="238658" cy="20117"/>
          </a:xfrm>
          <a:prstGeom prst="roundRect">
            <a:avLst/>
          </a:prstGeom>
          <a:solidFill>
            <a:srgbClr val="797978"/>
          </a:solidFill>
          <a:ln/>
        </p:spPr>
      </p:sp>
      <p:pic>
        <p:nvPicPr>
          <p:cNvPr id="441" name="Image 356" descr="preencoded.png">    </p:cNvPr>
          <p:cNvPicPr>
            <a:picLocks noChangeAspect="1"/>
          </p:cNvPicPr>
          <p:nvPr/>
        </p:nvPicPr>
        <p:blipFill>
          <a:blip r:embed="rId357"/>
          <a:stretch>
            <a:fillRect/>
          </a:stretch>
        </p:blipFill>
        <p:spPr>
          <a:xfrm>
            <a:off x="754380" y="4401922"/>
            <a:ext cx="283464" cy="292608"/>
          </a:xfrm>
          <a:prstGeom prst="rect">
            <a:avLst/>
          </a:prstGeom>
        </p:spPr>
      </p:pic>
      <p:sp>
        <p:nvSpPr>
          <p:cNvPr id="442" name="Shape 83"/>
          <p:cNvSpPr/>
          <p:nvPr/>
        </p:nvSpPr>
        <p:spPr>
          <a:xfrm rot="-18000">
            <a:off x="587959" y="4424782"/>
            <a:ext cx="176479" cy="22860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43" name="Shape 84"/>
          <p:cNvSpPr/>
          <p:nvPr/>
        </p:nvSpPr>
        <p:spPr>
          <a:xfrm>
            <a:off x="2921508" y="4443984"/>
            <a:ext cx="238658" cy="20117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44" name="Shape 85"/>
          <p:cNvSpPr/>
          <p:nvPr/>
        </p:nvSpPr>
        <p:spPr>
          <a:xfrm rot="-6000">
            <a:off x="3230575" y="4442155"/>
            <a:ext cx="252374" cy="24689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45" name="Shape 86"/>
          <p:cNvSpPr/>
          <p:nvPr/>
        </p:nvSpPr>
        <p:spPr>
          <a:xfrm>
            <a:off x="3558845" y="4442155"/>
            <a:ext cx="240487" cy="22860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46" name="Image 357" descr="preencoded.png">    </p:cNvPr>
          <p:cNvPicPr>
            <a:picLocks noChangeAspect="1"/>
          </p:cNvPicPr>
          <p:nvPr/>
        </p:nvPicPr>
        <p:blipFill>
          <a:blip r:embed="rId358"/>
          <a:stretch>
            <a:fillRect/>
          </a:stretch>
        </p:blipFill>
        <p:spPr>
          <a:xfrm>
            <a:off x="3181198" y="4443070"/>
            <a:ext cx="26518" cy="35662"/>
          </a:xfrm>
          <a:prstGeom prst="rect">
            <a:avLst/>
          </a:prstGeom>
        </p:spPr>
      </p:pic>
      <p:sp>
        <p:nvSpPr>
          <p:cNvPr id="447" name="Shape 87"/>
          <p:cNvSpPr/>
          <p:nvPr/>
        </p:nvSpPr>
        <p:spPr>
          <a:xfrm rot="-5472000">
            <a:off x="3513125" y="4445813"/>
            <a:ext cx="30175" cy="22860"/>
          </a:xfrm>
          <a:prstGeom prst="ellipse">
            <a:avLst/>
          </a:prstGeom>
          <a:solidFill>
            <a:srgbClr val="797978"/>
          </a:solidFill>
          <a:ln/>
        </p:spPr>
      </p:sp>
      <p:pic>
        <p:nvPicPr>
          <p:cNvPr id="448" name="Image 358" descr="preencoded.png">    </p:cNvPr>
          <p:cNvPicPr>
            <a:picLocks noChangeAspect="1"/>
          </p:cNvPicPr>
          <p:nvPr/>
        </p:nvPicPr>
        <p:blipFill>
          <a:blip r:embed="rId359"/>
          <a:stretch>
            <a:fillRect/>
          </a:stretch>
        </p:blipFill>
        <p:spPr>
          <a:xfrm>
            <a:off x="1831543" y="4453128"/>
            <a:ext cx="434340" cy="389534"/>
          </a:xfrm>
          <a:prstGeom prst="rect">
            <a:avLst/>
          </a:prstGeom>
        </p:spPr>
      </p:pic>
      <p:sp>
        <p:nvSpPr>
          <p:cNvPr id="449" name="Shape 88"/>
          <p:cNvSpPr/>
          <p:nvPr/>
        </p:nvSpPr>
        <p:spPr>
          <a:xfrm rot="-12000">
            <a:off x="586130" y="4481474"/>
            <a:ext cx="157277" cy="21946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50" name="Shape 89"/>
          <p:cNvSpPr/>
          <p:nvPr/>
        </p:nvSpPr>
        <p:spPr>
          <a:xfrm rot="-18000">
            <a:off x="3232404" y="4484218"/>
            <a:ext cx="217627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51" name="Shape 90"/>
          <p:cNvSpPr/>
          <p:nvPr/>
        </p:nvSpPr>
        <p:spPr>
          <a:xfrm rot="-12000">
            <a:off x="2920594" y="4487875"/>
            <a:ext cx="224942" cy="18288"/>
          </a:xfrm>
          <a:prstGeom prst="roundRect">
            <a:avLst/>
          </a:prstGeom>
          <a:solidFill>
            <a:srgbClr val="797978"/>
          </a:solidFill>
          <a:ln/>
        </p:spPr>
      </p:sp>
      <p:sp>
        <p:nvSpPr>
          <p:cNvPr id="452" name="Shape 91"/>
          <p:cNvSpPr/>
          <p:nvPr/>
        </p:nvSpPr>
        <p:spPr>
          <a:xfrm rot="-12000">
            <a:off x="3558845" y="4486046"/>
            <a:ext cx="205740" cy="20117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453" name="Image 359" descr="preencoded.png">    </p:cNvPr>
          <p:cNvPicPr>
            <a:picLocks noChangeAspect="1"/>
          </p:cNvPicPr>
          <p:nvPr/>
        </p:nvPicPr>
        <p:blipFill>
          <a:blip r:embed="rId360"/>
          <a:stretch>
            <a:fillRect/>
          </a:stretch>
        </p:blipFill>
        <p:spPr>
          <a:xfrm>
            <a:off x="3183026" y="4491533"/>
            <a:ext cx="17374" cy="26518"/>
          </a:xfrm>
          <a:prstGeom prst="rect">
            <a:avLst/>
          </a:prstGeom>
        </p:spPr>
      </p:pic>
      <p:pic>
        <p:nvPicPr>
          <p:cNvPr id="454" name="Image 360" descr="preencoded.png">    </p:cNvPr>
          <p:cNvPicPr>
            <a:picLocks noChangeAspect="1"/>
          </p:cNvPicPr>
          <p:nvPr/>
        </p:nvPicPr>
        <p:blipFill>
          <a:blip r:embed="rId361"/>
          <a:stretch>
            <a:fillRect/>
          </a:stretch>
        </p:blipFill>
        <p:spPr>
          <a:xfrm>
            <a:off x="3516782" y="4491533"/>
            <a:ext cx="26518" cy="26518"/>
          </a:xfrm>
          <a:prstGeom prst="rect">
            <a:avLst/>
          </a:prstGeom>
        </p:spPr>
      </p:pic>
      <p:sp>
        <p:nvSpPr>
          <p:cNvPr id="455" name="Shape 92"/>
          <p:cNvSpPr/>
          <p:nvPr/>
        </p:nvSpPr>
        <p:spPr>
          <a:xfrm rot="6000">
            <a:off x="3231490" y="4528109"/>
            <a:ext cx="247802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56" name="Shape 93"/>
          <p:cNvSpPr/>
          <p:nvPr/>
        </p:nvSpPr>
        <p:spPr>
          <a:xfrm rot="-12000">
            <a:off x="3558845" y="4529023"/>
            <a:ext cx="240487" cy="21031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57" name="Shape 94"/>
          <p:cNvSpPr/>
          <p:nvPr/>
        </p:nvSpPr>
        <p:spPr>
          <a:xfrm rot="-6000">
            <a:off x="2920594" y="4530852"/>
            <a:ext cx="235001" cy="19202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58" name="Shape 95"/>
          <p:cNvSpPr/>
          <p:nvPr/>
        </p:nvSpPr>
        <p:spPr>
          <a:xfrm rot="-5298000">
            <a:off x="3180283" y="4539996"/>
            <a:ext cx="25603" cy="19202"/>
          </a:xfrm>
          <a:prstGeom prst="ellipse">
            <a:avLst/>
          </a:prstGeom>
          <a:solidFill>
            <a:srgbClr val="46291E"/>
          </a:solidFill>
          <a:ln/>
        </p:spPr>
      </p:sp>
      <p:sp>
        <p:nvSpPr>
          <p:cNvPr id="459" name="Shape 96"/>
          <p:cNvSpPr/>
          <p:nvPr/>
        </p:nvSpPr>
        <p:spPr>
          <a:xfrm rot="-5598000">
            <a:off x="3513125" y="4538167"/>
            <a:ext cx="28346" cy="22860"/>
          </a:xfrm>
          <a:prstGeom prst="ellipse">
            <a:avLst/>
          </a:prstGeom>
          <a:solidFill>
            <a:srgbClr val="1F4977"/>
          </a:solidFill>
          <a:ln/>
        </p:spPr>
      </p:sp>
      <p:sp>
        <p:nvSpPr>
          <p:cNvPr id="460" name="Shape 97"/>
          <p:cNvSpPr/>
          <p:nvPr/>
        </p:nvSpPr>
        <p:spPr>
          <a:xfrm rot="12000">
            <a:off x="3236062" y="4570171"/>
            <a:ext cx="138074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61" name="Shape 98"/>
          <p:cNvSpPr/>
          <p:nvPr/>
        </p:nvSpPr>
        <p:spPr>
          <a:xfrm rot="30000">
            <a:off x="3559759" y="4571086"/>
            <a:ext cx="143561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62" name="Shape 99"/>
          <p:cNvSpPr/>
          <p:nvPr/>
        </p:nvSpPr>
        <p:spPr>
          <a:xfrm rot="24000">
            <a:off x="2918765" y="4572914"/>
            <a:ext cx="147218" cy="21031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463" name="Shape 100"/>
          <p:cNvSpPr/>
          <p:nvPr/>
        </p:nvSpPr>
        <p:spPr>
          <a:xfrm>
            <a:off x="3515868" y="4583887"/>
            <a:ext cx="22860" cy="22860"/>
          </a:xfrm>
          <a:prstGeom prst="ellipse">
            <a:avLst/>
          </a:prstGeom>
          <a:solidFill>
            <a:srgbClr val="797978"/>
          </a:solidFill>
          <a:ln/>
        </p:spPr>
      </p:sp>
      <p:pic>
        <p:nvPicPr>
          <p:cNvPr id="464" name="Image 361" descr="preencoded.png">    </p:cNvPr>
          <p:cNvPicPr>
            <a:picLocks noChangeAspect="1"/>
          </p:cNvPicPr>
          <p:nvPr/>
        </p:nvPicPr>
        <p:blipFill>
          <a:blip r:embed="rId362"/>
          <a:stretch>
            <a:fillRect/>
          </a:stretch>
        </p:blipFill>
        <p:spPr>
          <a:xfrm>
            <a:off x="6548933" y="4582973"/>
            <a:ext cx="425196" cy="354787"/>
          </a:xfrm>
          <a:prstGeom prst="rect">
            <a:avLst/>
          </a:prstGeom>
        </p:spPr>
      </p:pic>
      <p:sp>
        <p:nvSpPr>
          <p:cNvPr id="465" name="Shape 101"/>
          <p:cNvSpPr/>
          <p:nvPr/>
        </p:nvSpPr>
        <p:spPr>
          <a:xfrm rot="-5340000">
            <a:off x="3181198" y="4589374"/>
            <a:ext cx="24689" cy="18288"/>
          </a:xfrm>
          <a:prstGeom prst="ellipse">
            <a:avLst/>
          </a:prstGeom>
          <a:solidFill>
            <a:srgbClr val="46291E"/>
          </a:solidFill>
          <a:ln/>
        </p:spPr>
      </p:sp>
      <p:sp>
        <p:nvSpPr>
          <p:cNvPr id="466" name="Shape 102"/>
          <p:cNvSpPr/>
          <p:nvPr/>
        </p:nvSpPr>
        <p:spPr>
          <a:xfrm rot="-36000">
            <a:off x="3310128" y="4765853"/>
            <a:ext cx="20117" cy="88697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467" name="Image 362" descr="preencoded.png">    </p:cNvPr>
          <p:cNvPicPr>
            <a:picLocks noChangeAspect="1"/>
          </p:cNvPicPr>
          <p:nvPr/>
        </p:nvPicPr>
        <p:blipFill>
          <a:blip r:embed="rId363"/>
          <a:stretch>
            <a:fillRect/>
          </a:stretch>
        </p:blipFill>
        <p:spPr>
          <a:xfrm>
            <a:off x="3493922" y="4766767"/>
            <a:ext cx="106070" cy="88697"/>
          </a:xfrm>
          <a:prstGeom prst="rect">
            <a:avLst/>
          </a:prstGeom>
        </p:spPr>
      </p:pic>
      <p:pic>
        <p:nvPicPr>
          <p:cNvPr id="468" name="Image 363" descr="preencoded.png">    </p:cNvPr>
          <p:cNvPicPr>
            <a:picLocks noChangeAspect="1"/>
          </p:cNvPicPr>
          <p:nvPr/>
        </p:nvPicPr>
        <p:blipFill>
          <a:blip r:embed="rId364"/>
          <a:stretch>
            <a:fillRect/>
          </a:stretch>
        </p:blipFill>
        <p:spPr>
          <a:xfrm>
            <a:off x="3121762" y="4786884"/>
            <a:ext cx="185623" cy="71323"/>
          </a:xfrm>
          <a:prstGeom prst="rect">
            <a:avLst/>
          </a:prstGeom>
        </p:spPr>
      </p:pic>
      <p:pic>
        <p:nvPicPr>
          <p:cNvPr id="469" name="Image 364" descr="preencoded.png">    </p:cNvPr>
          <p:cNvPicPr>
            <a:picLocks noChangeAspect="1"/>
          </p:cNvPicPr>
          <p:nvPr/>
        </p:nvPicPr>
        <p:blipFill>
          <a:blip r:embed="rId365"/>
          <a:stretch>
            <a:fillRect/>
          </a:stretch>
        </p:blipFill>
        <p:spPr>
          <a:xfrm>
            <a:off x="3332074" y="4784141"/>
            <a:ext cx="53035" cy="71323"/>
          </a:xfrm>
          <a:prstGeom prst="rect">
            <a:avLst/>
          </a:prstGeom>
        </p:spPr>
      </p:pic>
      <p:pic>
        <p:nvPicPr>
          <p:cNvPr id="470" name="Image 365" descr="preencoded.png">    </p:cNvPr>
          <p:cNvPicPr>
            <a:picLocks noChangeAspect="1"/>
          </p:cNvPicPr>
          <p:nvPr/>
        </p:nvPicPr>
        <p:blipFill>
          <a:blip r:embed="rId366"/>
          <a:stretch>
            <a:fillRect/>
          </a:stretch>
        </p:blipFill>
        <p:spPr>
          <a:xfrm>
            <a:off x="3471977" y="4785970"/>
            <a:ext cx="17374" cy="26518"/>
          </a:xfrm>
          <a:prstGeom prst="rect">
            <a:avLst/>
          </a:prstGeom>
        </p:spPr>
      </p:pic>
      <p:pic>
        <p:nvPicPr>
          <p:cNvPr id="471" name="Image 366" descr="preencoded.png">    </p:cNvPr>
          <p:cNvPicPr>
            <a:picLocks noChangeAspect="1"/>
          </p:cNvPicPr>
          <p:nvPr/>
        </p:nvPicPr>
        <p:blipFill>
          <a:blip r:embed="rId367"/>
          <a:stretch>
            <a:fillRect/>
          </a:stretch>
        </p:blipFill>
        <p:spPr>
          <a:xfrm>
            <a:off x="3385109" y="4787798"/>
            <a:ext cx="106070" cy="88697"/>
          </a:xfrm>
          <a:prstGeom prst="rect">
            <a:avLst/>
          </a:prstGeom>
        </p:spPr>
      </p:pic>
      <p:sp>
        <p:nvSpPr>
          <p:cNvPr id="472" name="Shape 103"/>
          <p:cNvSpPr/>
          <p:nvPr/>
        </p:nvSpPr>
        <p:spPr>
          <a:xfrm rot="-10794000">
            <a:off x="4583887" y="4842662"/>
            <a:ext cx="572414" cy="149047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473" name="Image 367" descr="preencoded.png">    </p:cNvPr>
          <p:cNvPicPr>
            <a:picLocks noChangeAspect="1"/>
          </p:cNvPicPr>
          <p:nvPr/>
        </p:nvPicPr>
        <p:blipFill>
          <a:blip r:embed="rId368"/>
          <a:stretch>
            <a:fillRect/>
          </a:stretch>
        </p:blipFill>
        <p:spPr>
          <a:xfrm>
            <a:off x="9282074" y="4864608"/>
            <a:ext cx="965606" cy="1231697"/>
          </a:xfrm>
          <a:prstGeom prst="rect">
            <a:avLst/>
          </a:prstGeom>
        </p:spPr>
      </p:pic>
      <p:pic>
        <p:nvPicPr>
          <p:cNvPr id="474" name="Image 368" descr="preencoded.png">    </p:cNvPr>
          <p:cNvPicPr>
            <a:picLocks noChangeAspect="1"/>
          </p:cNvPicPr>
          <p:nvPr/>
        </p:nvPicPr>
        <p:blipFill>
          <a:blip r:embed="rId369"/>
          <a:stretch>
            <a:fillRect/>
          </a:stretch>
        </p:blipFill>
        <p:spPr>
          <a:xfrm>
            <a:off x="4581144" y="4935017"/>
            <a:ext cx="576072" cy="185623"/>
          </a:xfrm>
          <a:prstGeom prst="rect">
            <a:avLst/>
          </a:prstGeom>
        </p:spPr>
      </p:pic>
      <p:sp>
        <p:nvSpPr>
          <p:cNvPr id="475" name="Shape 104"/>
          <p:cNvSpPr/>
          <p:nvPr/>
        </p:nvSpPr>
        <p:spPr>
          <a:xfrm>
            <a:off x="5066690" y="5137099"/>
            <a:ext cx="40234" cy="40234"/>
          </a:xfrm>
          <a:prstGeom prst="ellipse">
            <a:avLst/>
          </a:prstGeom>
          <a:solidFill>
            <a:srgbClr val="142F43"/>
          </a:solidFill>
          <a:ln/>
        </p:spPr>
      </p:sp>
      <p:pic>
        <p:nvPicPr>
          <p:cNvPr id="476" name="Image 369" descr="preencoded.png">    </p:cNvPr>
          <p:cNvPicPr>
            <a:picLocks noChangeAspect="1"/>
          </p:cNvPicPr>
          <p:nvPr/>
        </p:nvPicPr>
        <p:blipFill>
          <a:blip r:embed="rId370"/>
          <a:stretch>
            <a:fillRect/>
          </a:stretch>
        </p:blipFill>
        <p:spPr>
          <a:xfrm>
            <a:off x="11454689" y="5172761"/>
            <a:ext cx="62179" cy="62179"/>
          </a:xfrm>
          <a:prstGeom prst="rect">
            <a:avLst/>
          </a:prstGeom>
        </p:spPr>
      </p:pic>
      <p:pic>
        <p:nvPicPr>
          <p:cNvPr id="477" name="Image 370" descr="preencoded.png">    </p:cNvPr>
          <p:cNvPicPr>
            <a:picLocks noChangeAspect="1"/>
          </p:cNvPicPr>
          <p:nvPr/>
        </p:nvPicPr>
        <p:blipFill>
          <a:blip r:embed="rId371"/>
          <a:stretch>
            <a:fillRect/>
          </a:stretch>
        </p:blipFill>
        <p:spPr>
          <a:xfrm>
            <a:off x="7908646" y="5181905"/>
            <a:ext cx="478231" cy="478231"/>
          </a:xfrm>
          <a:prstGeom prst="rect">
            <a:avLst/>
          </a:prstGeom>
        </p:spPr>
      </p:pic>
      <p:pic>
        <p:nvPicPr>
          <p:cNvPr id="478" name="Image 371" descr="preencoded.png">    </p:cNvPr>
          <p:cNvPicPr>
            <a:picLocks noChangeAspect="1"/>
          </p:cNvPicPr>
          <p:nvPr/>
        </p:nvPicPr>
        <p:blipFill>
          <a:blip r:embed="rId372"/>
          <a:stretch>
            <a:fillRect/>
          </a:stretch>
        </p:blipFill>
        <p:spPr>
          <a:xfrm>
            <a:off x="8634679" y="5192878"/>
            <a:ext cx="363017" cy="354787"/>
          </a:xfrm>
          <a:prstGeom prst="rect">
            <a:avLst/>
          </a:prstGeom>
        </p:spPr>
      </p:pic>
      <p:pic>
        <p:nvPicPr>
          <p:cNvPr id="479" name="Image 372" descr="preencoded.png">    </p:cNvPr>
          <p:cNvPicPr>
            <a:picLocks noChangeAspect="1"/>
          </p:cNvPicPr>
          <p:nvPr/>
        </p:nvPicPr>
        <p:blipFill>
          <a:blip r:embed="rId373"/>
          <a:stretch>
            <a:fillRect/>
          </a:stretch>
        </p:blipFill>
        <p:spPr>
          <a:xfrm>
            <a:off x="5589727" y="5261458"/>
            <a:ext cx="389534" cy="487375"/>
          </a:xfrm>
          <a:prstGeom prst="rect">
            <a:avLst/>
          </a:prstGeom>
        </p:spPr>
      </p:pic>
      <p:sp>
        <p:nvSpPr>
          <p:cNvPr id="480" name="Shape 105"/>
          <p:cNvSpPr/>
          <p:nvPr/>
        </p:nvSpPr>
        <p:spPr>
          <a:xfrm rot="-3660000">
            <a:off x="5065776" y="5265115"/>
            <a:ext cx="44806" cy="39319"/>
          </a:xfrm>
          <a:prstGeom prst="ellipse">
            <a:avLst/>
          </a:prstGeom>
          <a:solidFill>
            <a:srgbClr val="142F43"/>
          </a:solidFill>
          <a:ln/>
        </p:spPr>
      </p:sp>
      <p:pic>
        <p:nvPicPr>
          <p:cNvPr id="481" name="Image 373" descr="preencoded.png">    </p:cNvPr>
          <p:cNvPicPr>
            <a:picLocks noChangeAspect="1"/>
          </p:cNvPicPr>
          <p:nvPr/>
        </p:nvPicPr>
        <p:blipFill>
          <a:blip r:embed="rId374"/>
          <a:stretch>
            <a:fillRect/>
          </a:stretch>
        </p:blipFill>
        <p:spPr>
          <a:xfrm>
            <a:off x="5872277" y="5272430"/>
            <a:ext cx="97841" cy="97841"/>
          </a:xfrm>
          <a:prstGeom prst="rect">
            <a:avLst/>
          </a:prstGeom>
        </p:spPr>
      </p:pic>
      <p:pic>
        <p:nvPicPr>
          <p:cNvPr id="482" name="Image 374" descr="preencoded.png">    </p:cNvPr>
          <p:cNvPicPr>
            <a:picLocks noChangeAspect="1"/>
          </p:cNvPicPr>
          <p:nvPr/>
        </p:nvPicPr>
        <p:blipFill>
          <a:blip r:embed="rId375"/>
          <a:stretch>
            <a:fillRect/>
          </a:stretch>
        </p:blipFill>
        <p:spPr>
          <a:xfrm>
            <a:off x="11463833" y="5281574"/>
            <a:ext cx="266090" cy="328270"/>
          </a:xfrm>
          <a:prstGeom prst="rect">
            <a:avLst/>
          </a:prstGeom>
        </p:spPr>
      </p:pic>
      <p:pic>
        <p:nvPicPr>
          <p:cNvPr id="483" name="Image 375" descr="preencoded.png">    </p:cNvPr>
          <p:cNvPicPr>
            <a:picLocks noChangeAspect="1"/>
          </p:cNvPicPr>
          <p:nvPr/>
        </p:nvPicPr>
        <p:blipFill>
          <a:blip r:embed="rId376"/>
          <a:stretch>
            <a:fillRect/>
          </a:stretch>
        </p:blipFill>
        <p:spPr>
          <a:xfrm>
            <a:off x="4581144" y="5314493"/>
            <a:ext cx="576072" cy="185623"/>
          </a:xfrm>
          <a:prstGeom prst="rect">
            <a:avLst/>
          </a:prstGeom>
        </p:spPr>
      </p:pic>
      <p:pic>
        <p:nvPicPr>
          <p:cNvPr id="484" name="Image 376" descr="preencoded.png">    </p:cNvPr>
          <p:cNvPicPr>
            <a:picLocks noChangeAspect="1"/>
          </p:cNvPicPr>
          <p:nvPr/>
        </p:nvPicPr>
        <p:blipFill>
          <a:blip r:embed="rId377"/>
          <a:stretch>
            <a:fillRect/>
          </a:stretch>
        </p:blipFill>
        <p:spPr>
          <a:xfrm>
            <a:off x="10425074" y="5304434"/>
            <a:ext cx="345643" cy="328270"/>
          </a:xfrm>
          <a:prstGeom prst="rect">
            <a:avLst/>
          </a:prstGeom>
        </p:spPr>
      </p:pic>
      <p:pic>
        <p:nvPicPr>
          <p:cNvPr id="485" name="Image 377" descr="preencoded.png">    </p:cNvPr>
          <p:cNvPicPr>
            <a:picLocks noChangeAspect="1"/>
          </p:cNvPicPr>
          <p:nvPr/>
        </p:nvPicPr>
        <p:blipFill>
          <a:blip r:embed="rId378"/>
          <a:stretch>
            <a:fillRect/>
          </a:stretch>
        </p:blipFill>
        <p:spPr>
          <a:xfrm>
            <a:off x="8421624" y="5323637"/>
            <a:ext cx="177394" cy="71323"/>
          </a:xfrm>
          <a:prstGeom prst="rect">
            <a:avLst/>
          </a:prstGeom>
        </p:spPr>
      </p:pic>
      <p:sp>
        <p:nvSpPr>
          <p:cNvPr id="486" name="Shape 106"/>
          <p:cNvSpPr/>
          <p:nvPr/>
        </p:nvSpPr>
        <p:spPr>
          <a:xfrm rot="-5322000">
            <a:off x="6444691" y="5347411"/>
            <a:ext cx="50292" cy="33833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487" name="Image 378" descr="preencoded.png">    </p:cNvPr>
          <p:cNvPicPr>
            <a:picLocks noChangeAspect="1"/>
          </p:cNvPicPr>
          <p:nvPr/>
        </p:nvPicPr>
        <p:blipFill>
          <a:blip r:embed="rId379"/>
          <a:stretch>
            <a:fillRect/>
          </a:stretch>
        </p:blipFill>
        <p:spPr>
          <a:xfrm>
            <a:off x="6539789" y="5338267"/>
            <a:ext cx="26518" cy="26518"/>
          </a:xfrm>
          <a:prstGeom prst="rect">
            <a:avLst/>
          </a:prstGeom>
        </p:spPr>
      </p:pic>
      <p:sp>
        <p:nvSpPr>
          <p:cNvPr id="488" name="Shape 107"/>
          <p:cNvSpPr/>
          <p:nvPr/>
        </p:nvSpPr>
        <p:spPr>
          <a:xfrm rot="-972000">
            <a:off x="7037222" y="5362042"/>
            <a:ext cx="28346" cy="24689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489" name="Image 379" descr="preencoded.png">    </p:cNvPr>
          <p:cNvPicPr>
            <a:picLocks noChangeAspect="1"/>
          </p:cNvPicPr>
          <p:nvPr/>
        </p:nvPicPr>
        <p:blipFill>
          <a:blip r:embed="rId380"/>
          <a:stretch>
            <a:fillRect/>
          </a:stretch>
        </p:blipFill>
        <p:spPr>
          <a:xfrm>
            <a:off x="8418881" y="5420563"/>
            <a:ext cx="185623" cy="71323"/>
          </a:xfrm>
          <a:prstGeom prst="rect">
            <a:avLst/>
          </a:prstGeom>
        </p:spPr>
      </p:pic>
      <p:sp>
        <p:nvSpPr>
          <p:cNvPr id="490" name="Shape 108"/>
          <p:cNvSpPr/>
          <p:nvPr/>
        </p:nvSpPr>
        <p:spPr>
          <a:xfrm>
            <a:off x="304495" y="5586984"/>
            <a:ext cx="51206" cy="5120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491" name="Image 380" descr="preencoded.png">    </p:cNvPr>
          <p:cNvPicPr>
            <a:picLocks noChangeAspect="1"/>
          </p:cNvPicPr>
          <p:nvPr/>
        </p:nvPicPr>
        <p:blipFill>
          <a:blip r:embed="rId381"/>
          <a:stretch>
            <a:fillRect/>
          </a:stretch>
        </p:blipFill>
        <p:spPr>
          <a:xfrm>
            <a:off x="292608" y="5761634"/>
            <a:ext cx="79553" cy="79553"/>
          </a:xfrm>
          <a:prstGeom prst="rect">
            <a:avLst/>
          </a:prstGeom>
        </p:spPr>
      </p:pic>
      <p:pic>
        <p:nvPicPr>
          <p:cNvPr id="492" name="Image 381" descr="preencoded.png">    </p:cNvPr>
          <p:cNvPicPr>
            <a:picLocks noChangeAspect="1"/>
          </p:cNvPicPr>
          <p:nvPr/>
        </p:nvPicPr>
        <p:blipFill>
          <a:blip r:embed="rId382"/>
          <a:stretch>
            <a:fillRect/>
          </a:stretch>
        </p:blipFill>
        <p:spPr>
          <a:xfrm>
            <a:off x="592531" y="5780837"/>
            <a:ext cx="115214" cy="35662"/>
          </a:xfrm>
          <a:prstGeom prst="rect">
            <a:avLst/>
          </a:prstGeom>
        </p:spPr>
      </p:pic>
      <p:sp>
        <p:nvSpPr>
          <p:cNvPr id="493" name="Shape 109"/>
          <p:cNvSpPr/>
          <p:nvPr/>
        </p:nvSpPr>
        <p:spPr>
          <a:xfrm rot="-2952000">
            <a:off x="710489" y="5789066"/>
            <a:ext cx="31090" cy="22860"/>
          </a:xfrm>
          <a:prstGeom prst="ellipse">
            <a:avLst/>
          </a:prstGeom>
          <a:solidFill>
            <a:srgbClr val="142F43"/>
          </a:solidFill>
          <a:ln/>
        </p:spPr>
      </p:sp>
      <p:sp>
        <p:nvSpPr>
          <p:cNvPr id="494" name="Shape 110"/>
          <p:cNvSpPr/>
          <p:nvPr/>
        </p:nvSpPr>
        <p:spPr>
          <a:xfrm>
            <a:off x="305410" y="5962802"/>
            <a:ext cx="49378" cy="49378"/>
          </a:xfrm>
          <a:prstGeom prst="ellipse">
            <a:avLst/>
          </a:prstGeom>
          <a:solidFill>
            <a:srgbClr val="EAF0F6"/>
          </a:solidFill>
          <a:ln/>
        </p:spPr>
      </p:sp>
      <p:sp>
        <p:nvSpPr>
          <p:cNvPr id="495" name="Shape 111"/>
          <p:cNvSpPr/>
          <p:nvPr/>
        </p:nvSpPr>
        <p:spPr>
          <a:xfrm rot="24000">
            <a:off x="2424989" y="6086246"/>
            <a:ext cx="60350" cy="45720"/>
          </a:xfrm>
          <a:prstGeom prst="roundRect">
            <a:avLst/>
          </a:prstGeom>
          <a:solidFill>
            <a:srgbClr val="EAF0F6"/>
          </a:solidFill>
          <a:ln/>
        </p:spPr>
      </p:sp>
      <p:sp>
        <p:nvSpPr>
          <p:cNvPr id="496" name="Shape 112"/>
          <p:cNvSpPr/>
          <p:nvPr/>
        </p:nvSpPr>
        <p:spPr>
          <a:xfrm rot="6000">
            <a:off x="2487168" y="6086246"/>
            <a:ext cx="111557" cy="45720"/>
          </a:xfrm>
          <a:prstGeom prst="roundRect">
            <a:avLst/>
          </a:prstGeom>
          <a:solidFill>
            <a:srgbClr val="EAF0F6"/>
          </a:solidFill>
          <a:ln/>
        </p:spPr>
      </p:sp>
      <p:sp>
        <p:nvSpPr>
          <p:cNvPr id="497" name="Shape 113"/>
          <p:cNvSpPr/>
          <p:nvPr/>
        </p:nvSpPr>
        <p:spPr>
          <a:xfrm rot="42000">
            <a:off x="2424074" y="6132881"/>
            <a:ext cx="62179" cy="46634"/>
          </a:xfrm>
          <a:prstGeom prst="roundRect">
            <a:avLst/>
          </a:prstGeom>
          <a:solidFill>
            <a:srgbClr val="EAF0F6"/>
          </a:solidFill>
          <a:ln/>
        </p:spPr>
      </p:sp>
      <p:sp>
        <p:nvSpPr>
          <p:cNvPr id="498" name="Shape 114"/>
          <p:cNvSpPr/>
          <p:nvPr/>
        </p:nvSpPr>
        <p:spPr>
          <a:xfrm rot="12000">
            <a:off x="2487168" y="6133795"/>
            <a:ext cx="110642" cy="45720"/>
          </a:xfrm>
          <a:prstGeom prst="roundRect">
            <a:avLst/>
          </a:prstGeom>
          <a:solidFill>
            <a:srgbClr val="EAF0F6"/>
          </a:solidFill>
          <a:ln/>
        </p:spPr>
      </p:sp>
      <p:sp>
        <p:nvSpPr>
          <p:cNvPr id="499" name="Shape 115"/>
          <p:cNvSpPr/>
          <p:nvPr/>
        </p:nvSpPr>
        <p:spPr>
          <a:xfrm rot="-12000">
            <a:off x="2424074" y="6180430"/>
            <a:ext cx="61265" cy="47549"/>
          </a:xfrm>
          <a:prstGeom prst="roundRect">
            <a:avLst/>
          </a:prstGeom>
          <a:solidFill>
            <a:srgbClr val="EAF0F6"/>
          </a:solidFill>
          <a:ln/>
        </p:spPr>
      </p:sp>
      <p:sp>
        <p:nvSpPr>
          <p:cNvPr id="500" name="Shape 116"/>
          <p:cNvSpPr/>
          <p:nvPr/>
        </p:nvSpPr>
        <p:spPr>
          <a:xfrm rot="6000">
            <a:off x="2487168" y="6181344"/>
            <a:ext cx="110642" cy="46634"/>
          </a:xfrm>
          <a:prstGeom prst="roundRect">
            <a:avLst/>
          </a:prstGeom>
          <a:solidFill>
            <a:srgbClr val="EAF0F6"/>
          </a:solidFill>
          <a:ln/>
        </p:spPr>
      </p:sp>
      <p:sp>
        <p:nvSpPr>
          <p:cNvPr id="501" name="Shape 117"/>
          <p:cNvSpPr/>
          <p:nvPr/>
        </p:nvSpPr>
        <p:spPr>
          <a:xfrm>
            <a:off x="4070909" y="6644030"/>
            <a:ext cx="95098" cy="95098"/>
          </a:xfrm>
          <a:prstGeom prst="ellipse">
            <a:avLst/>
          </a:prstGeom>
          <a:solidFill>
            <a:srgbClr val="3B7FD4"/>
          </a:solidFill>
          <a:ln/>
        </p:spPr>
      </p:sp>
      <p:pic>
        <p:nvPicPr>
          <p:cNvPr id="502" name="Image 382" descr="preencoded.png">    </p:cNvPr>
          <p:cNvPicPr>
            <a:picLocks noChangeAspect="1"/>
          </p:cNvPicPr>
          <p:nvPr/>
        </p:nvPicPr>
        <p:blipFill>
          <a:blip r:embed="rId383"/>
          <a:stretch>
            <a:fillRect/>
          </a:stretch>
        </p:blipFill>
        <p:spPr>
          <a:xfrm>
            <a:off x="4666183" y="737006"/>
            <a:ext cx="221285" cy="221285"/>
          </a:xfrm>
          <a:prstGeom prst="rect">
            <a:avLst/>
          </a:prstGeom>
        </p:spPr>
      </p:pic>
      <p:pic>
        <p:nvPicPr>
          <p:cNvPr id="503" name="Image 383" descr="preencoded.png">    </p:cNvPr>
          <p:cNvPicPr>
            <a:picLocks noChangeAspect="1"/>
          </p:cNvPicPr>
          <p:nvPr/>
        </p:nvPicPr>
        <p:blipFill>
          <a:blip r:embed="rId384"/>
          <a:stretch>
            <a:fillRect/>
          </a:stretch>
        </p:blipFill>
        <p:spPr>
          <a:xfrm>
            <a:off x="7478878" y="747979"/>
            <a:ext cx="159106" cy="213055"/>
          </a:xfrm>
          <a:prstGeom prst="rect">
            <a:avLst/>
          </a:prstGeom>
        </p:spPr>
      </p:pic>
      <p:sp>
        <p:nvSpPr>
          <p:cNvPr id="504" name="Shape 118"/>
          <p:cNvSpPr/>
          <p:nvPr/>
        </p:nvSpPr>
        <p:spPr>
          <a:xfrm rot="-9438000">
            <a:off x="7727594" y="864108"/>
            <a:ext cx="57607" cy="3291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505" name="Image 384" descr="preencoded.png">    </p:cNvPr>
          <p:cNvPicPr>
            <a:picLocks noChangeAspect="1"/>
          </p:cNvPicPr>
          <p:nvPr/>
        </p:nvPicPr>
        <p:blipFill>
          <a:blip r:embed="rId385"/>
          <a:stretch>
            <a:fillRect/>
          </a:stretch>
        </p:blipFill>
        <p:spPr>
          <a:xfrm>
            <a:off x="3386938" y="1872691"/>
            <a:ext cx="221285" cy="221285"/>
          </a:xfrm>
          <a:prstGeom prst="rect">
            <a:avLst/>
          </a:prstGeom>
        </p:spPr>
      </p:pic>
      <p:pic>
        <p:nvPicPr>
          <p:cNvPr id="506" name="Image 385" descr="preencoded.png">    </p:cNvPr>
          <p:cNvPicPr>
            <a:picLocks noChangeAspect="1"/>
          </p:cNvPicPr>
          <p:nvPr/>
        </p:nvPicPr>
        <p:blipFill>
          <a:blip r:embed="rId386"/>
          <a:stretch>
            <a:fillRect/>
          </a:stretch>
        </p:blipFill>
        <p:spPr>
          <a:xfrm>
            <a:off x="399593" y="1940357"/>
            <a:ext cx="239573" cy="239573"/>
          </a:xfrm>
          <a:prstGeom prst="rect">
            <a:avLst/>
          </a:prstGeom>
        </p:spPr>
      </p:pic>
      <p:pic>
        <p:nvPicPr>
          <p:cNvPr id="507" name="Image 386" descr="preencoded.png">    </p:cNvPr>
          <p:cNvPicPr>
            <a:picLocks noChangeAspect="1"/>
          </p:cNvPicPr>
          <p:nvPr/>
        </p:nvPicPr>
        <p:blipFill>
          <a:blip r:embed="rId387"/>
          <a:stretch>
            <a:fillRect/>
          </a:stretch>
        </p:blipFill>
        <p:spPr>
          <a:xfrm>
            <a:off x="9783166" y="2057400"/>
            <a:ext cx="141732" cy="132588"/>
          </a:xfrm>
          <a:prstGeom prst="rect">
            <a:avLst/>
          </a:prstGeom>
        </p:spPr>
      </p:pic>
      <p:pic>
        <p:nvPicPr>
          <p:cNvPr id="508" name="Image 387" descr="preencoded.png">    </p:cNvPr>
          <p:cNvPicPr>
            <a:picLocks noChangeAspect="1"/>
          </p:cNvPicPr>
          <p:nvPr/>
        </p:nvPicPr>
        <p:blipFill>
          <a:blip r:embed="rId388"/>
          <a:stretch>
            <a:fillRect/>
          </a:stretch>
        </p:blipFill>
        <p:spPr>
          <a:xfrm>
            <a:off x="5220310" y="2091233"/>
            <a:ext cx="470002" cy="523037"/>
          </a:xfrm>
          <a:prstGeom prst="rect">
            <a:avLst/>
          </a:prstGeom>
        </p:spPr>
      </p:pic>
      <p:pic>
        <p:nvPicPr>
          <p:cNvPr id="509" name="Image 388" descr="preencoded.png">    </p:cNvPr>
          <p:cNvPicPr>
            <a:picLocks noChangeAspect="1"/>
          </p:cNvPicPr>
          <p:nvPr/>
        </p:nvPicPr>
        <p:blipFill>
          <a:blip r:embed="rId389"/>
          <a:stretch>
            <a:fillRect/>
          </a:stretch>
        </p:blipFill>
        <p:spPr>
          <a:xfrm>
            <a:off x="2289658" y="2117750"/>
            <a:ext cx="496519" cy="602590"/>
          </a:xfrm>
          <a:prstGeom prst="rect">
            <a:avLst/>
          </a:prstGeom>
        </p:spPr>
      </p:pic>
      <p:pic>
        <p:nvPicPr>
          <p:cNvPr id="510" name="Image 389" descr="preencoded.png">    </p:cNvPr>
          <p:cNvPicPr>
            <a:picLocks noChangeAspect="1"/>
          </p:cNvPicPr>
          <p:nvPr/>
        </p:nvPicPr>
        <p:blipFill>
          <a:blip r:embed="rId390"/>
          <a:stretch>
            <a:fillRect/>
          </a:stretch>
        </p:blipFill>
        <p:spPr>
          <a:xfrm>
            <a:off x="9659722" y="2174443"/>
            <a:ext cx="62179" cy="26518"/>
          </a:xfrm>
          <a:prstGeom prst="rect">
            <a:avLst/>
          </a:prstGeom>
        </p:spPr>
      </p:pic>
      <p:pic>
        <p:nvPicPr>
          <p:cNvPr id="511" name="Image 390" descr="preencoded.png">    </p:cNvPr>
          <p:cNvPicPr>
            <a:picLocks noChangeAspect="1"/>
          </p:cNvPicPr>
          <p:nvPr/>
        </p:nvPicPr>
        <p:blipFill>
          <a:blip r:embed="rId391"/>
          <a:stretch>
            <a:fillRect/>
          </a:stretch>
        </p:blipFill>
        <p:spPr>
          <a:xfrm>
            <a:off x="9704527" y="2175358"/>
            <a:ext cx="336499" cy="266090"/>
          </a:xfrm>
          <a:prstGeom prst="rect">
            <a:avLst/>
          </a:prstGeom>
        </p:spPr>
      </p:pic>
      <p:pic>
        <p:nvPicPr>
          <p:cNvPr id="512" name="Image 391" descr="preencoded.png">    </p:cNvPr>
          <p:cNvPicPr>
            <a:picLocks noChangeAspect="1"/>
          </p:cNvPicPr>
          <p:nvPr/>
        </p:nvPicPr>
        <p:blipFill>
          <a:blip r:embed="rId392"/>
          <a:stretch>
            <a:fillRect/>
          </a:stretch>
        </p:blipFill>
        <p:spPr>
          <a:xfrm>
            <a:off x="5290718" y="2214677"/>
            <a:ext cx="26518" cy="26518"/>
          </a:xfrm>
          <a:prstGeom prst="rect">
            <a:avLst/>
          </a:prstGeom>
        </p:spPr>
      </p:pic>
      <p:pic>
        <p:nvPicPr>
          <p:cNvPr id="513" name="Image 392" descr="preencoded.png">    </p:cNvPr>
          <p:cNvPicPr>
            <a:picLocks noChangeAspect="1"/>
          </p:cNvPicPr>
          <p:nvPr/>
        </p:nvPicPr>
        <p:blipFill>
          <a:blip r:embed="rId393"/>
          <a:stretch>
            <a:fillRect/>
          </a:stretch>
        </p:blipFill>
        <p:spPr>
          <a:xfrm>
            <a:off x="6179515" y="2350922"/>
            <a:ext cx="513893" cy="638251"/>
          </a:xfrm>
          <a:prstGeom prst="rect">
            <a:avLst/>
          </a:prstGeom>
        </p:spPr>
      </p:pic>
      <p:pic>
        <p:nvPicPr>
          <p:cNvPr id="514" name="Image 393" descr="preencoded.png">    </p:cNvPr>
          <p:cNvPicPr>
            <a:picLocks noChangeAspect="1"/>
          </p:cNvPicPr>
          <p:nvPr/>
        </p:nvPicPr>
        <p:blipFill>
          <a:blip r:embed="rId394"/>
          <a:stretch>
            <a:fillRect/>
          </a:stretch>
        </p:blipFill>
        <p:spPr>
          <a:xfrm>
            <a:off x="9641434" y="2431390"/>
            <a:ext cx="71323" cy="26518"/>
          </a:xfrm>
          <a:prstGeom prst="rect">
            <a:avLst/>
          </a:prstGeom>
        </p:spPr>
      </p:pic>
      <p:sp>
        <p:nvSpPr>
          <p:cNvPr id="515" name="Shape 119"/>
          <p:cNvSpPr/>
          <p:nvPr/>
        </p:nvSpPr>
        <p:spPr>
          <a:xfrm rot="-1098000">
            <a:off x="10009937" y="2431390"/>
            <a:ext cx="27432" cy="21946"/>
          </a:xfrm>
          <a:prstGeom prst="ellipse">
            <a:avLst/>
          </a:prstGeom>
          <a:solidFill>
            <a:srgbClr val="3B7FD4"/>
          </a:solidFill>
          <a:ln/>
        </p:spPr>
      </p:sp>
      <p:pic>
        <p:nvPicPr>
          <p:cNvPr id="516" name="Image 394" descr="preencoded.png">    </p:cNvPr>
          <p:cNvPicPr>
            <a:picLocks noChangeAspect="1"/>
          </p:cNvPicPr>
          <p:nvPr/>
        </p:nvPicPr>
        <p:blipFill>
          <a:blip r:embed="rId395"/>
          <a:stretch>
            <a:fillRect/>
          </a:stretch>
        </p:blipFill>
        <p:spPr>
          <a:xfrm>
            <a:off x="9766706" y="2433218"/>
            <a:ext cx="17374" cy="17374"/>
          </a:xfrm>
          <a:prstGeom prst="rect">
            <a:avLst/>
          </a:prstGeom>
        </p:spPr>
      </p:pic>
      <p:pic>
        <p:nvPicPr>
          <p:cNvPr id="517" name="Image 395" descr="preencoded.png">    </p:cNvPr>
          <p:cNvPicPr>
            <a:picLocks noChangeAspect="1"/>
          </p:cNvPicPr>
          <p:nvPr/>
        </p:nvPicPr>
        <p:blipFill>
          <a:blip r:embed="rId396"/>
          <a:stretch>
            <a:fillRect/>
          </a:stretch>
        </p:blipFill>
        <p:spPr>
          <a:xfrm>
            <a:off x="5616245" y="2471623"/>
            <a:ext cx="26518" cy="26518"/>
          </a:xfrm>
          <a:prstGeom prst="rect">
            <a:avLst/>
          </a:prstGeom>
        </p:spPr>
      </p:pic>
      <p:pic>
        <p:nvPicPr>
          <p:cNvPr id="518" name="Image 396" descr="preencoded.png">    </p:cNvPr>
          <p:cNvPicPr>
            <a:picLocks noChangeAspect="1"/>
          </p:cNvPicPr>
          <p:nvPr/>
        </p:nvPicPr>
        <p:blipFill>
          <a:blip r:embed="rId397"/>
          <a:stretch>
            <a:fillRect/>
          </a:stretch>
        </p:blipFill>
        <p:spPr>
          <a:xfrm>
            <a:off x="5260543" y="2472538"/>
            <a:ext cx="26518" cy="26518"/>
          </a:xfrm>
          <a:prstGeom prst="rect">
            <a:avLst/>
          </a:prstGeom>
        </p:spPr>
      </p:pic>
      <p:sp>
        <p:nvSpPr>
          <p:cNvPr id="519" name="Shape 120"/>
          <p:cNvSpPr/>
          <p:nvPr/>
        </p:nvSpPr>
        <p:spPr>
          <a:xfrm rot="-66000">
            <a:off x="5295290" y="2473452"/>
            <a:ext cx="29261" cy="19202"/>
          </a:xfrm>
          <a:prstGeom prst="ellipse">
            <a:avLst/>
          </a:prstGeom>
          <a:solidFill>
            <a:srgbClr val="797978"/>
          </a:solidFill>
          <a:ln/>
        </p:spPr>
      </p:sp>
      <p:sp>
        <p:nvSpPr>
          <p:cNvPr id="520" name="Shape 121"/>
          <p:cNvSpPr/>
          <p:nvPr/>
        </p:nvSpPr>
        <p:spPr>
          <a:xfrm>
            <a:off x="10632643" y="2478938"/>
            <a:ext cx="32004" cy="64008"/>
          </a:xfrm>
          <a:prstGeom prst="roundRect">
            <a:avLst/>
          </a:prstGeom>
          <a:solidFill>
            <a:srgbClr val="EAF0F6"/>
          </a:solidFill>
          <a:ln/>
        </p:spPr>
      </p:sp>
      <p:pic>
        <p:nvPicPr>
          <p:cNvPr id="521" name="Image 397" descr="preencoded.png">    </p:cNvPr>
          <p:cNvPicPr>
            <a:picLocks noChangeAspect="1"/>
          </p:cNvPicPr>
          <p:nvPr/>
        </p:nvPicPr>
        <p:blipFill>
          <a:blip r:embed="rId398"/>
          <a:stretch>
            <a:fillRect/>
          </a:stretch>
        </p:blipFill>
        <p:spPr>
          <a:xfrm>
            <a:off x="10703966" y="2497226"/>
            <a:ext cx="17374" cy="26518"/>
          </a:xfrm>
          <a:prstGeom prst="rect">
            <a:avLst/>
          </a:prstGeom>
        </p:spPr>
      </p:pic>
      <p:pic>
        <p:nvPicPr>
          <p:cNvPr id="522" name="Image 398" descr="preencoded.png">    </p:cNvPr>
          <p:cNvPicPr>
            <a:picLocks noChangeAspect="1"/>
          </p:cNvPicPr>
          <p:nvPr/>
        </p:nvPicPr>
        <p:blipFill>
          <a:blip r:embed="rId399"/>
          <a:stretch>
            <a:fillRect/>
          </a:stretch>
        </p:blipFill>
        <p:spPr>
          <a:xfrm>
            <a:off x="10503713" y="2497226"/>
            <a:ext cx="17374" cy="17374"/>
          </a:xfrm>
          <a:prstGeom prst="rect">
            <a:avLst/>
          </a:prstGeom>
        </p:spPr>
      </p:pic>
      <p:pic>
        <p:nvPicPr>
          <p:cNvPr id="523" name="Image 399" descr="preencoded.png">    </p:cNvPr>
          <p:cNvPicPr>
            <a:picLocks noChangeAspect="1"/>
          </p:cNvPicPr>
          <p:nvPr/>
        </p:nvPicPr>
        <p:blipFill>
          <a:blip r:embed="rId400"/>
          <a:stretch>
            <a:fillRect/>
          </a:stretch>
        </p:blipFill>
        <p:spPr>
          <a:xfrm>
            <a:off x="3350362" y="2712110"/>
            <a:ext cx="88697" cy="53035"/>
          </a:xfrm>
          <a:prstGeom prst="rect">
            <a:avLst/>
          </a:prstGeom>
        </p:spPr>
      </p:pic>
      <p:pic>
        <p:nvPicPr>
          <p:cNvPr id="524" name="Image 400" descr="preencoded.png">    </p:cNvPr>
          <p:cNvPicPr>
            <a:picLocks noChangeAspect="1"/>
          </p:cNvPicPr>
          <p:nvPr/>
        </p:nvPicPr>
        <p:blipFill>
          <a:blip r:embed="rId401"/>
          <a:stretch>
            <a:fillRect/>
          </a:stretch>
        </p:blipFill>
        <p:spPr>
          <a:xfrm>
            <a:off x="3502152" y="2707538"/>
            <a:ext cx="62179" cy="53035"/>
          </a:xfrm>
          <a:prstGeom prst="rect">
            <a:avLst/>
          </a:prstGeom>
        </p:spPr>
      </p:pic>
      <p:pic>
        <p:nvPicPr>
          <p:cNvPr id="525" name="Image 401" descr="preencoded.png">    </p:cNvPr>
          <p:cNvPicPr>
            <a:picLocks noChangeAspect="1"/>
          </p:cNvPicPr>
          <p:nvPr/>
        </p:nvPicPr>
        <p:blipFill>
          <a:blip r:embed="rId402"/>
          <a:stretch>
            <a:fillRect/>
          </a:stretch>
        </p:blipFill>
        <p:spPr>
          <a:xfrm>
            <a:off x="3430829" y="2717597"/>
            <a:ext cx="71323" cy="35662"/>
          </a:xfrm>
          <a:prstGeom prst="rect">
            <a:avLst/>
          </a:prstGeom>
        </p:spPr>
      </p:pic>
      <p:sp>
        <p:nvSpPr>
          <p:cNvPr id="526" name="Shape 122"/>
          <p:cNvSpPr/>
          <p:nvPr/>
        </p:nvSpPr>
        <p:spPr>
          <a:xfrm rot="72000">
            <a:off x="9606686" y="2819095"/>
            <a:ext cx="24689" cy="4206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27" name="Shape 123"/>
          <p:cNvSpPr/>
          <p:nvPr/>
        </p:nvSpPr>
        <p:spPr>
          <a:xfrm rot="84000">
            <a:off x="9748418" y="2820010"/>
            <a:ext cx="22860" cy="4114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28" name="Shape 124"/>
          <p:cNvSpPr/>
          <p:nvPr/>
        </p:nvSpPr>
        <p:spPr>
          <a:xfrm rot="-5322000">
            <a:off x="9967874" y="2828239"/>
            <a:ext cx="44806" cy="2651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529" name="Image 402" descr="preencoded.png">    </p:cNvPr>
          <p:cNvPicPr>
            <a:picLocks noChangeAspect="1"/>
          </p:cNvPicPr>
          <p:nvPr/>
        </p:nvPicPr>
        <p:blipFill>
          <a:blip r:embed="rId403"/>
          <a:stretch>
            <a:fillRect/>
          </a:stretch>
        </p:blipFill>
        <p:spPr>
          <a:xfrm>
            <a:off x="10057486" y="2818181"/>
            <a:ext cx="26518" cy="17374"/>
          </a:xfrm>
          <a:prstGeom prst="rect">
            <a:avLst/>
          </a:prstGeom>
        </p:spPr>
      </p:pic>
      <p:sp>
        <p:nvSpPr>
          <p:cNvPr id="530" name="Shape 125"/>
          <p:cNvSpPr/>
          <p:nvPr/>
        </p:nvSpPr>
        <p:spPr>
          <a:xfrm rot="-1950000">
            <a:off x="9695383" y="2840126"/>
            <a:ext cx="23774" cy="2103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1" name="Shape 126"/>
          <p:cNvSpPr/>
          <p:nvPr/>
        </p:nvSpPr>
        <p:spPr>
          <a:xfrm rot="-1230000">
            <a:off x="10251338" y="3355848"/>
            <a:ext cx="73152" cy="67666"/>
          </a:xfrm>
          <a:prstGeom prst="ellipse">
            <a:avLst/>
          </a:prstGeom>
          <a:solidFill>
            <a:srgbClr val="6FBD50"/>
          </a:solidFill>
          <a:ln/>
        </p:spPr>
      </p:sp>
      <p:sp>
        <p:nvSpPr>
          <p:cNvPr id="532" name="Shape 127"/>
          <p:cNvSpPr/>
          <p:nvPr/>
        </p:nvSpPr>
        <p:spPr>
          <a:xfrm rot="-6978000">
            <a:off x="10372954" y="3394253"/>
            <a:ext cx="154534" cy="150876"/>
          </a:xfrm>
          <a:prstGeom prst="ellipse">
            <a:avLst/>
          </a:prstGeom>
          <a:solidFill>
            <a:srgbClr val="6FBD50"/>
          </a:solidFill>
          <a:ln/>
        </p:spPr>
      </p:sp>
      <p:pic>
        <p:nvPicPr>
          <p:cNvPr id="533" name="Image 403" descr="preencoded.png">    </p:cNvPr>
          <p:cNvPicPr>
            <a:picLocks noChangeAspect="1"/>
          </p:cNvPicPr>
          <p:nvPr/>
        </p:nvPicPr>
        <p:blipFill>
          <a:blip r:embed="rId404"/>
          <a:stretch>
            <a:fillRect/>
          </a:stretch>
        </p:blipFill>
        <p:spPr>
          <a:xfrm>
            <a:off x="10257739" y="3451860"/>
            <a:ext cx="17374" cy="17374"/>
          </a:xfrm>
          <a:prstGeom prst="rect">
            <a:avLst/>
          </a:prstGeom>
        </p:spPr>
      </p:pic>
      <p:pic>
        <p:nvPicPr>
          <p:cNvPr id="534" name="Image 404" descr="preencoded.png">    </p:cNvPr>
          <p:cNvPicPr>
            <a:picLocks noChangeAspect="1"/>
          </p:cNvPicPr>
          <p:nvPr/>
        </p:nvPicPr>
        <p:blipFill>
          <a:blip r:embed="rId405"/>
          <a:stretch>
            <a:fillRect/>
          </a:stretch>
        </p:blipFill>
        <p:spPr>
          <a:xfrm>
            <a:off x="11096244" y="3528670"/>
            <a:ext cx="53035" cy="97841"/>
          </a:xfrm>
          <a:prstGeom prst="rect">
            <a:avLst/>
          </a:prstGeom>
        </p:spPr>
      </p:pic>
      <p:pic>
        <p:nvPicPr>
          <p:cNvPr id="535" name="Image 405" descr="preencoded.png">    </p:cNvPr>
          <p:cNvPicPr>
            <a:picLocks noChangeAspect="1"/>
          </p:cNvPicPr>
          <p:nvPr/>
        </p:nvPicPr>
        <p:blipFill>
          <a:blip r:embed="rId406"/>
          <a:stretch>
            <a:fillRect/>
          </a:stretch>
        </p:blipFill>
        <p:spPr>
          <a:xfrm>
            <a:off x="10902391" y="3533242"/>
            <a:ext cx="53035" cy="88697"/>
          </a:xfrm>
          <a:prstGeom prst="rect">
            <a:avLst/>
          </a:prstGeom>
        </p:spPr>
      </p:pic>
      <p:pic>
        <p:nvPicPr>
          <p:cNvPr id="536" name="Image 406" descr="preencoded.png">    </p:cNvPr>
          <p:cNvPicPr>
            <a:picLocks noChangeAspect="1"/>
          </p:cNvPicPr>
          <p:nvPr/>
        </p:nvPicPr>
        <p:blipFill>
          <a:blip r:embed="rId407"/>
          <a:stretch>
            <a:fillRect/>
          </a:stretch>
        </p:blipFill>
        <p:spPr>
          <a:xfrm>
            <a:off x="11199571" y="3535985"/>
            <a:ext cx="53035" cy="88697"/>
          </a:xfrm>
          <a:prstGeom prst="rect">
            <a:avLst/>
          </a:prstGeom>
        </p:spPr>
      </p:pic>
      <p:pic>
        <p:nvPicPr>
          <p:cNvPr id="537" name="Image 407" descr="preencoded.png">    </p:cNvPr>
          <p:cNvPicPr>
            <a:picLocks noChangeAspect="1"/>
          </p:cNvPicPr>
          <p:nvPr/>
        </p:nvPicPr>
        <p:blipFill>
          <a:blip r:embed="rId408"/>
          <a:stretch>
            <a:fillRect/>
          </a:stretch>
        </p:blipFill>
        <p:spPr>
          <a:xfrm>
            <a:off x="11060582" y="3540557"/>
            <a:ext cx="35662" cy="79553"/>
          </a:xfrm>
          <a:prstGeom prst="rect">
            <a:avLst/>
          </a:prstGeom>
        </p:spPr>
      </p:pic>
      <p:pic>
        <p:nvPicPr>
          <p:cNvPr id="538" name="Image 408" descr="preencoded.png">    </p:cNvPr>
          <p:cNvPicPr>
            <a:picLocks noChangeAspect="1"/>
          </p:cNvPicPr>
          <p:nvPr/>
        </p:nvPicPr>
        <p:blipFill>
          <a:blip r:embed="rId409"/>
          <a:stretch>
            <a:fillRect/>
          </a:stretch>
        </p:blipFill>
        <p:spPr>
          <a:xfrm>
            <a:off x="10954512" y="3555187"/>
            <a:ext cx="106070" cy="88697"/>
          </a:xfrm>
          <a:prstGeom prst="rect">
            <a:avLst/>
          </a:prstGeom>
        </p:spPr>
      </p:pic>
      <p:sp>
        <p:nvSpPr>
          <p:cNvPr id="539" name="Shape 128"/>
          <p:cNvSpPr/>
          <p:nvPr/>
        </p:nvSpPr>
        <p:spPr>
          <a:xfrm rot="42000">
            <a:off x="11148365" y="3560674"/>
            <a:ext cx="47549" cy="19202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40" name="Shape 129"/>
          <p:cNvSpPr/>
          <p:nvPr/>
        </p:nvSpPr>
        <p:spPr>
          <a:xfrm rot="222000">
            <a:off x="10280599" y="3566160"/>
            <a:ext cx="115214" cy="113386"/>
          </a:xfrm>
          <a:prstGeom prst="roundRect">
            <a:avLst/>
          </a:prstGeom>
          <a:solidFill>
            <a:srgbClr val="6FBD50"/>
          </a:solidFill>
          <a:ln/>
        </p:spPr>
      </p:sp>
      <p:pic>
        <p:nvPicPr>
          <p:cNvPr id="541" name="Image 409" descr="preencoded.png">    </p:cNvPr>
          <p:cNvPicPr>
            <a:picLocks noChangeAspect="1"/>
          </p:cNvPicPr>
          <p:nvPr/>
        </p:nvPicPr>
        <p:blipFill>
          <a:blip r:embed="rId410"/>
          <a:stretch>
            <a:fillRect/>
          </a:stretch>
        </p:blipFill>
        <p:spPr>
          <a:xfrm>
            <a:off x="11152937" y="3584448"/>
            <a:ext cx="43891" cy="17374"/>
          </a:xfrm>
          <a:prstGeom prst="rect">
            <a:avLst/>
          </a:prstGeom>
        </p:spPr>
      </p:pic>
      <p:pic>
        <p:nvPicPr>
          <p:cNvPr id="542" name="Image 410" descr="preencoded.png">    </p:cNvPr>
          <p:cNvPicPr>
            <a:picLocks noChangeAspect="1"/>
          </p:cNvPicPr>
          <p:nvPr/>
        </p:nvPicPr>
        <p:blipFill>
          <a:blip r:embed="rId411"/>
          <a:stretch>
            <a:fillRect/>
          </a:stretch>
        </p:blipFill>
        <p:spPr>
          <a:xfrm>
            <a:off x="11392510" y="3707892"/>
            <a:ext cx="407822" cy="354787"/>
          </a:xfrm>
          <a:prstGeom prst="rect">
            <a:avLst/>
          </a:prstGeom>
        </p:spPr>
      </p:pic>
      <p:sp>
        <p:nvSpPr>
          <p:cNvPr id="543" name="Shape 130"/>
          <p:cNvSpPr/>
          <p:nvPr/>
        </p:nvSpPr>
        <p:spPr>
          <a:xfrm rot="-6000">
            <a:off x="10954512" y="3957523"/>
            <a:ext cx="19202" cy="88697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544" name="Image 411" descr="preencoded.png">    </p:cNvPr>
          <p:cNvPicPr>
            <a:picLocks noChangeAspect="1"/>
          </p:cNvPicPr>
          <p:nvPr/>
        </p:nvPicPr>
        <p:blipFill>
          <a:blip r:embed="rId412"/>
          <a:stretch>
            <a:fillRect/>
          </a:stretch>
        </p:blipFill>
        <p:spPr>
          <a:xfrm>
            <a:off x="11198657" y="3957523"/>
            <a:ext cx="17374" cy="26518"/>
          </a:xfrm>
          <a:prstGeom prst="rect">
            <a:avLst/>
          </a:prstGeom>
        </p:spPr>
      </p:pic>
      <p:pic>
        <p:nvPicPr>
          <p:cNvPr id="545" name="Image 412" descr="preencoded.png">    </p:cNvPr>
          <p:cNvPicPr>
            <a:picLocks noChangeAspect="1"/>
          </p:cNvPicPr>
          <p:nvPr/>
        </p:nvPicPr>
        <p:blipFill>
          <a:blip r:embed="rId413"/>
          <a:stretch>
            <a:fillRect/>
          </a:stretch>
        </p:blipFill>
        <p:spPr>
          <a:xfrm>
            <a:off x="11077956" y="3964838"/>
            <a:ext cx="35662" cy="79553"/>
          </a:xfrm>
          <a:prstGeom prst="rect">
            <a:avLst/>
          </a:prstGeom>
        </p:spPr>
      </p:pic>
      <p:pic>
        <p:nvPicPr>
          <p:cNvPr id="546" name="Image 413" descr="preencoded.png">    </p:cNvPr>
          <p:cNvPicPr>
            <a:picLocks noChangeAspect="1"/>
          </p:cNvPicPr>
          <p:nvPr/>
        </p:nvPicPr>
        <p:blipFill>
          <a:blip r:embed="rId414"/>
          <a:stretch>
            <a:fillRect/>
          </a:stretch>
        </p:blipFill>
        <p:spPr>
          <a:xfrm>
            <a:off x="10901477" y="3977640"/>
            <a:ext cx="53035" cy="71323"/>
          </a:xfrm>
          <a:prstGeom prst="rect">
            <a:avLst/>
          </a:prstGeom>
        </p:spPr>
      </p:pic>
      <p:pic>
        <p:nvPicPr>
          <p:cNvPr id="547" name="Image 414" descr="preencoded.png">    </p:cNvPr>
          <p:cNvPicPr>
            <a:picLocks noChangeAspect="1"/>
          </p:cNvPicPr>
          <p:nvPr/>
        </p:nvPicPr>
        <p:blipFill>
          <a:blip r:embed="rId415"/>
          <a:stretch>
            <a:fillRect/>
          </a:stretch>
        </p:blipFill>
        <p:spPr>
          <a:xfrm>
            <a:off x="11030407" y="3975811"/>
            <a:ext cx="239573" cy="71323"/>
          </a:xfrm>
          <a:prstGeom prst="rect">
            <a:avLst/>
          </a:prstGeom>
        </p:spPr>
      </p:pic>
      <p:pic>
        <p:nvPicPr>
          <p:cNvPr id="548" name="Image 415" descr="preencoded.png">    </p:cNvPr>
          <p:cNvPicPr>
            <a:picLocks noChangeAspect="1"/>
          </p:cNvPicPr>
          <p:nvPr/>
        </p:nvPicPr>
        <p:blipFill>
          <a:blip r:embed="rId416"/>
          <a:stretch>
            <a:fillRect/>
          </a:stretch>
        </p:blipFill>
        <p:spPr>
          <a:xfrm>
            <a:off x="11276381" y="3977640"/>
            <a:ext cx="53035" cy="88697"/>
          </a:xfrm>
          <a:prstGeom prst="rect">
            <a:avLst/>
          </a:prstGeom>
        </p:spPr>
      </p:pic>
      <p:pic>
        <p:nvPicPr>
          <p:cNvPr id="549" name="Image 416" descr="preencoded.png">    </p:cNvPr>
          <p:cNvPicPr>
            <a:picLocks noChangeAspect="1"/>
          </p:cNvPicPr>
          <p:nvPr/>
        </p:nvPicPr>
        <p:blipFill>
          <a:blip r:embed="rId417"/>
          <a:stretch>
            <a:fillRect/>
          </a:stretch>
        </p:blipFill>
        <p:spPr>
          <a:xfrm>
            <a:off x="10978286" y="3980383"/>
            <a:ext cx="53035" cy="62179"/>
          </a:xfrm>
          <a:prstGeom prst="rect">
            <a:avLst/>
          </a:prstGeom>
        </p:spPr>
      </p:pic>
      <p:pic>
        <p:nvPicPr>
          <p:cNvPr id="550" name="Image 417" descr="preencoded.png">    </p:cNvPr>
          <p:cNvPicPr>
            <a:picLocks noChangeAspect="1"/>
          </p:cNvPicPr>
          <p:nvPr/>
        </p:nvPicPr>
        <p:blipFill>
          <a:blip r:embed="rId418"/>
          <a:stretch>
            <a:fillRect/>
          </a:stretch>
        </p:blipFill>
        <p:spPr>
          <a:xfrm>
            <a:off x="11549786" y="4008730"/>
            <a:ext cx="97841" cy="97841"/>
          </a:xfrm>
          <a:prstGeom prst="rect">
            <a:avLst/>
          </a:prstGeom>
        </p:spPr>
      </p:pic>
      <p:pic>
        <p:nvPicPr>
          <p:cNvPr id="551" name="Image 418" descr="preencoded.png">    </p:cNvPr>
          <p:cNvPicPr>
            <a:picLocks noChangeAspect="1"/>
          </p:cNvPicPr>
          <p:nvPr/>
        </p:nvPicPr>
        <p:blipFill>
          <a:blip r:embed="rId419"/>
          <a:stretch>
            <a:fillRect/>
          </a:stretch>
        </p:blipFill>
        <p:spPr>
          <a:xfrm>
            <a:off x="1762963" y="4034333"/>
            <a:ext cx="115214" cy="115214"/>
          </a:xfrm>
          <a:prstGeom prst="rect">
            <a:avLst/>
          </a:prstGeom>
        </p:spPr>
      </p:pic>
      <p:pic>
        <p:nvPicPr>
          <p:cNvPr id="552" name="Image 419" descr="preencoded.png">    </p:cNvPr>
          <p:cNvPicPr>
            <a:picLocks noChangeAspect="1"/>
          </p:cNvPicPr>
          <p:nvPr/>
        </p:nvPicPr>
        <p:blipFill>
          <a:blip r:embed="rId420"/>
          <a:stretch>
            <a:fillRect/>
          </a:stretch>
        </p:blipFill>
        <p:spPr>
          <a:xfrm>
            <a:off x="816559" y="4058107"/>
            <a:ext cx="97841" cy="106070"/>
          </a:xfrm>
          <a:prstGeom prst="rect">
            <a:avLst/>
          </a:prstGeom>
        </p:spPr>
      </p:pic>
      <p:pic>
        <p:nvPicPr>
          <p:cNvPr id="553" name="Image 420" descr="preencoded.png">    </p:cNvPr>
          <p:cNvPicPr>
            <a:picLocks noChangeAspect="1"/>
          </p:cNvPicPr>
          <p:nvPr/>
        </p:nvPicPr>
        <p:blipFill>
          <a:blip r:embed="rId421"/>
          <a:stretch>
            <a:fillRect/>
          </a:stretch>
        </p:blipFill>
        <p:spPr>
          <a:xfrm>
            <a:off x="4846320" y="4115714"/>
            <a:ext cx="53035" cy="79553"/>
          </a:xfrm>
          <a:prstGeom prst="rect">
            <a:avLst/>
          </a:prstGeom>
        </p:spPr>
      </p:pic>
      <p:pic>
        <p:nvPicPr>
          <p:cNvPr id="554" name="Image 421" descr="preencoded.png">    </p:cNvPr>
          <p:cNvPicPr>
            <a:picLocks noChangeAspect="1"/>
          </p:cNvPicPr>
          <p:nvPr/>
        </p:nvPicPr>
        <p:blipFill>
          <a:blip r:embed="rId422"/>
          <a:stretch>
            <a:fillRect/>
          </a:stretch>
        </p:blipFill>
        <p:spPr>
          <a:xfrm>
            <a:off x="1572768" y="4133088"/>
            <a:ext cx="389534" cy="194767"/>
          </a:xfrm>
          <a:prstGeom prst="rect">
            <a:avLst/>
          </a:prstGeom>
        </p:spPr>
      </p:pic>
      <p:pic>
        <p:nvPicPr>
          <p:cNvPr id="555" name="Image 422" descr="preencoded.png">    </p:cNvPr>
          <p:cNvPicPr>
            <a:picLocks noChangeAspect="1"/>
          </p:cNvPicPr>
          <p:nvPr/>
        </p:nvPicPr>
        <p:blipFill>
          <a:blip r:embed="rId423"/>
          <a:stretch>
            <a:fillRect/>
          </a:stretch>
        </p:blipFill>
        <p:spPr>
          <a:xfrm>
            <a:off x="4892954" y="4129430"/>
            <a:ext cx="115214" cy="71323"/>
          </a:xfrm>
          <a:prstGeom prst="rect">
            <a:avLst/>
          </a:prstGeom>
        </p:spPr>
      </p:pic>
      <p:pic>
        <p:nvPicPr>
          <p:cNvPr id="556" name="Image 423" descr="preencoded.png">    </p:cNvPr>
          <p:cNvPicPr>
            <a:picLocks noChangeAspect="1"/>
          </p:cNvPicPr>
          <p:nvPr/>
        </p:nvPicPr>
        <p:blipFill>
          <a:blip r:embed="rId424"/>
          <a:stretch>
            <a:fillRect/>
          </a:stretch>
        </p:blipFill>
        <p:spPr>
          <a:xfrm>
            <a:off x="3364078" y="4149547"/>
            <a:ext cx="71323" cy="141732"/>
          </a:xfrm>
          <a:prstGeom prst="rect">
            <a:avLst/>
          </a:prstGeom>
        </p:spPr>
      </p:pic>
      <p:pic>
        <p:nvPicPr>
          <p:cNvPr id="557" name="Image 424" descr="preencoded.png">    </p:cNvPr>
          <p:cNvPicPr>
            <a:picLocks noChangeAspect="1"/>
          </p:cNvPicPr>
          <p:nvPr/>
        </p:nvPicPr>
        <p:blipFill>
          <a:blip r:embed="rId425"/>
          <a:stretch>
            <a:fillRect/>
          </a:stretch>
        </p:blipFill>
        <p:spPr>
          <a:xfrm>
            <a:off x="4989881" y="4173322"/>
            <a:ext cx="17374" cy="26518"/>
          </a:xfrm>
          <a:prstGeom prst="rect">
            <a:avLst/>
          </a:prstGeom>
        </p:spPr>
      </p:pic>
      <p:pic>
        <p:nvPicPr>
          <p:cNvPr id="558" name="Image 425" descr="preencoded.png">    </p:cNvPr>
          <p:cNvPicPr>
            <a:picLocks noChangeAspect="1"/>
          </p:cNvPicPr>
          <p:nvPr/>
        </p:nvPicPr>
        <p:blipFill>
          <a:blip r:embed="rId426"/>
          <a:stretch>
            <a:fillRect/>
          </a:stretch>
        </p:blipFill>
        <p:spPr>
          <a:xfrm>
            <a:off x="5652821" y="4224528"/>
            <a:ext cx="266090" cy="266090"/>
          </a:xfrm>
          <a:prstGeom prst="rect">
            <a:avLst/>
          </a:prstGeom>
        </p:spPr>
      </p:pic>
      <p:sp>
        <p:nvSpPr>
          <p:cNvPr id="559" name="Shape 131"/>
          <p:cNvSpPr/>
          <p:nvPr/>
        </p:nvSpPr>
        <p:spPr>
          <a:xfrm rot="12000">
            <a:off x="4039819" y="4237330"/>
            <a:ext cx="110642" cy="17374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60" name="Shape 132"/>
          <p:cNvSpPr/>
          <p:nvPr/>
        </p:nvSpPr>
        <p:spPr>
          <a:xfrm rot="-18000">
            <a:off x="4043477" y="4283050"/>
            <a:ext cx="193853" cy="18288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61" name="Shape 133"/>
          <p:cNvSpPr/>
          <p:nvPr/>
        </p:nvSpPr>
        <p:spPr>
          <a:xfrm rot="-6000">
            <a:off x="4044391" y="4327855"/>
            <a:ext cx="192938" cy="17374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62" name="Shape 134"/>
          <p:cNvSpPr/>
          <p:nvPr/>
        </p:nvSpPr>
        <p:spPr>
          <a:xfrm rot="-4662000">
            <a:off x="1002182" y="4331513"/>
            <a:ext cx="54864" cy="48463"/>
          </a:xfrm>
          <a:prstGeom prst="ellipse">
            <a:avLst/>
          </a:prstGeom>
          <a:solidFill>
            <a:srgbClr val="EDEFEF"/>
          </a:solidFill>
          <a:ln/>
        </p:spPr>
      </p:sp>
      <p:pic>
        <p:nvPicPr>
          <p:cNvPr id="563" name="Image 426" descr="preencoded.png">    </p:cNvPr>
          <p:cNvPicPr>
            <a:picLocks noChangeAspect="1"/>
          </p:cNvPicPr>
          <p:nvPr/>
        </p:nvPicPr>
        <p:blipFill>
          <a:blip r:embed="rId427"/>
          <a:stretch>
            <a:fillRect/>
          </a:stretch>
        </p:blipFill>
        <p:spPr>
          <a:xfrm>
            <a:off x="3233318" y="4333342"/>
            <a:ext cx="97841" cy="88697"/>
          </a:xfrm>
          <a:prstGeom prst="rect">
            <a:avLst/>
          </a:prstGeom>
        </p:spPr>
      </p:pic>
      <p:pic>
        <p:nvPicPr>
          <p:cNvPr id="564" name="Image 427" descr="preencoded.png">    </p:cNvPr>
          <p:cNvPicPr>
            <a:picLocks noChangeAspect="1"/>
          </p:cNvPicPr>
          <p:nvPr/>
        </p:nvPicPr>
        <p:blipFill>
          <a:blip r:embed="rId428"/>
          <a:stretch>
            <a:fillRect/>
          </a:stretch>
        </p:blipFill>
        <p:spPr>
          <a:xfrm>
            <a:off x="3408883" y="4343400"/>
            <a:ext cx="71323" cy="71323"/>
          </a:xfrm>
          <a:prstGeom prst="rect">
            <a:avLst/>
          </a:prstGeom>
        </p:spPr>
      </p:pic>
      <p:sp>
        <p:nvSpPr>
          <p:cNvPr id="565" name="Shape 135"/>
          <p:cNvSpPr/>
          <p:nvPr/>
        </p:nvSpPr>
        <p:spPr>
          <a:xfrm rot="12000">
            <a:off x="4043477" y="4370832"/>
            <a:ext cx="193853" cy="18288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66" name="Shape 136"/>
          <p:cNvSpPr/>
          <p:nvPr/>
        </p:nvSpPr>
        <p:spPr>
          <a:xfrm rot="18000">
            <a:off x="4045306" y="4415638"/>
            <a:ext cx="128930" cy="16459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567" name="Image 428" descr="preencoded.png">    </p:cNvPr>
          <p:cNvPicPr>
            <a:picLocks noChangeAspect="1"/>
          </p:cNvPicPr>
          <p:nvPr/>
        </p:nvPicPr>
        <p:blipFill>
          <a:blip r:embed="rId429"/>
          <a:stretch>
            <a:fillRect/>
          </a:stretch>
        </p:blipFill>
        <p:spPr>
          <a:xfrm>
            <a:off x="766267" y="4426610"/>
            <a:ext cx="256946" cy="256946"/>
          </a:xfrm>
          <a:prstGeom prst="rect">
            <a:avLst/>
          </a:prstGeom>
        </p:spPr>
      </p:pic>
      <p:sp>
        <p:nvSpPr>
          <p:cNvPr id="568" name="Shape 137"/>
          <p:cNvSpPr/>
          <p:nvPr/>
        </p:nvSpPr>
        <p:spPr>
          <a:xfrm rot="12000">
            <a:off x="2093062" y="4523537"/>
            <a:ext cx="121615" cy="24689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569" name="Image 429" descr="preencoded.png">    </p:cNvPr>
          <p:cNvPicPr>
            <a:picLocks noChangeAspect="1"/>
          </p:cNvPicPr>
          <p:nvPr/>
        </p:nvPicPr>
        <p:blipFill>
          <a:blip r:embed="rId430"/>
          <a:stretch>
            <a:fillRect/>
          </a:stretch>
        </p:blipFill>
        <p:spPr>
          <a:xfrm>
            <a:off x="1882750" y="4530852"/>
            <a:ext cx="168250" cy="221285"/>
          </a:xfrm>
          <a:prstGeom prst="rect">
            <a:avLst/>
          </a:prstGeom>
        </p:spPr>
      </p:pic>
      <p:pic>
        <p:nvPicPr>
          <p:cNvPr id="570" name="Image 430" descr="preencoded.png">    </p:cNvPr>
          <p:cNvPicPr>
            <a:picLocks noChangeAspect="1"/>
          </p:cNvPicPr>
          <p:nvPr/>
        </p:nvPicPr>
        <p:blipFill>
          <a:blip r:embed="rId431"/>
          <a:stretch>
            <a:fillRect/>
          </a:stretch>
        </p:blipFill>
        <p:spPr>
          <a:xfrm>
            <a:off x="2093976" y="4579315"/>
            <a:ext cx="88697" cy="26518"/>
          </a:xfrm>
          <a:prstGeom prst="rect">
            <a:avLst/>
          </a:prstGeom>
        </p:spPr>
      </p:pic>
      <p:sp>
        <p:nvSpPr>
          <p:cNvPr id="571" name="Shape 138"/>
          <p:cNvSpPr/>
          <p:nvPr/>
        </p:nvSpPr>
        <p:spPr>
          <a:xfrm rot="-18000">
            <a:off x="2087575" y="4628693"/>
            <a:ext cx="133502" cy="21946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572" name="Image 431" descr="preencoded.png">    </p:cNvPr>
          <p:cNvPicPr>
            <a:picLocks noChangeAspect="1"/>
          </p:cNvPicPr>
          <p:nvPr/>
        </p:nvPicPr>
        <p:blipFill>
          <a:blip r:embed="rId432"/>
          <a:stretch>
            <a:fillRect/>
          </a:stretch>
        </p:blipFill>
        <p:spPr>
          <a:xfrm>
            <a:off x="2093062" y="4678985"/>
            <a:ext cx="124358" cy="88697"/>
          </a:xfrm>
          <a:prstGeom prst="rect">
            <a:avLst/>
          </a:prstGeom>
        </p:spPr>
      </p:pic>
      <p:sp>
        <p:nvSpPr>
          <p:cNvPr id="573" name="Shape 139"/>
          <p:cNvSpPr/>
          <p:nvPr/>
        </p:nvSpPr>
        <p:spPr>
          <a:xfrm rot="-5400000">
            <a:off x="3536899" y="4795114"/>
            <a:ext cx="71323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4" name="Shape 140"/>
          <p:cNvSpPr/>
          <p:nvPr/>
        </p:nvSpPr>
        <p:spPr>
          <a:xfrm rot="-5478000">
            <a:off x="3125419" y="4804258"/>
            <a:ext cx="50292" cy="34747"/>
          </a:xfrm>
          <a:prstGeom prst="ellipse">
            <a:avLst/>
          </a:prstGeom>
          <a:solidFill>
            <a:srgbClr val="EDEFEF"/>
          </a:solidFill>
          <a:ln/>
        </p:spPr>
      </p:sp>
      <p:pic>
        <p:nvPicPr>
          <p:cNvPr id="575" name="Image 432" descr="preencoded.png">    </p:cNvPr>
          <p:cNvPicPr>
            <a:picLocks noChangeAspect="1"/>
          </p:cNvPicPr>
          <p:nvPr/>
        </p:nvPicPr>
        <p:blipFill>
          <a:blip r:embed="rId433"/>
          <a:stretch>
            <a:fillRect/>
          </a:stretch>
        </p:blipFill>
        <p:spPr>
          <a:xfrm>
            <a:off x="3233318" y="4796028"/>
            <a:ext cx="26518" cy="26518"/>
          </a:xfrm>
          <a:prstGeom prst="rect">
            <a:avLst/>
          </a:prstGeom>
        </p:spPr>
      </p:pic>
      <p:sp>
        <p:nvSpPr>
          <p:cNvPr id="576" name="Shape 141"/>
          <p:cNvSpPr/>
          <p:nvPr/>
        </p:nvSpPr>
        <p:spPr>
          <a:xfrm rot="-5220000">
            <a:off x="3386938" y="4806086"/>
            <a:ext cx="51206" cy="32004"/>
          </a:xfrm>
          <a:prstGeom prst="ellipse">
            <a:avLst/>
          </a:prstGeom>
          <a:solidFill>
            <a:srgbClr val="EDEFEF"/>
          </a:solidFill>
          <a:ln/>
        </p:spPr>
      </p:sp>
      <p:sp>
        <p:nvSpPr>
          <p:cNvPr id="577" name="Shape 142"/>
          <p:cNvSpPr/>
          <p:nvPr/>
        </p:nvSpPr>
        <p:spPr>
          <a:xfrm rot="-918000">
            <a:off x="3342132" y="4820717"/>
            <a:ext cx="30175" cy="24689"/>
          </a:xfrm>
          <a:prstGeom prst="ellipse">
            <a:avLst/>
          </a:prstGeom>
          <a:solidFill>
            <a:srgbClr val="EAF0F6"/>
          </a:solidFill>
          <a:ln/>
        </p:spPr>
      </p:sp>
      <p:sp>
        <p:nvSpPr>
          <p:cNvPr id="578" name="Shape 143"/>
          <p:cNvSpPr/>
          <p:nvPr/>
        </p:nvSpPr>
        <p:spPr>
          <a:xfrm>
            <a:off x="5067605" y="5012741"/>
            <a:ext cx="41148" cy="41148"/>
          </a:xfrm>
          <a:prstGeom prst="ellipse">
            <a:avLst/>
          </a:prstGeom>
          <a:solidFill>
            <a:srgbClr val="142F43"/>
          </a:solidFill>
          <a:ln/>
        </p:spPr>
      </p:sp>
      <p:pic>
        <p:nvPicPr>
          <p:cNvPr id="579" name="Image 433" descr="preencoded.png">    </p:cNvPr>
          <p:cNvPicPr>
            <a:picLocks noChangeAspect="1"/>
          </p:cNvPicPr>
          <p:nvPr/>
        </p:nvPicPr>
        <p:blipFill>
          <a:blip r:embed="rId434"/>
          <a:stretch>
            <a:fillRect/>
          </a:stretch>
        </p:blipFill>
        <p:spPr>
          <a:xfrm>
            <a:off x="8645652" y="5203850"/>
            <a:ext cx="336499" cy="62179"/>
          </a:xfrm>
          <a:prstGeom prst="rect">
            <a:avLst/>
          </a:prstGeom>
        </p:spPr>
      </p:pic>
      <p:pic>
        <p:nvPicPr>
          <p:cNvPr id="580" name="Image 434" descr="preencoded.png">    </p:cNvPr>
          <p:cNvPicPr>
            <a:picLocks noChangeAspect="1"/>
          </p:cNvPicPr>
          <p:nvPr/>
        </p:nvPicPr>
        <p:blipFill>
          <a:blip r:embed="rId435"/>
          <a:stretch>
            <a:fillRect/>
          </a:stretch>
        </p:blipFill>
        <p:spPr>
          <a:xfrm>
            <a:off x="9803282" y="5234940"/>
            <a:ext cx="221285" cy="221285"/>
          </a:xfrm>
          <a:prstGeom prst="rect">
            <a:avLst/>
          </a:prstGeom>
        </p:spPr>
      </p:pic>
      <p:pic>
        <p:nvPicPr>
          <p:cNvPr id="581" name="Image 435" descr="preencoded.png">    </p:cNvPr>
          <p:cNvPicPr>
            <a:picLocks noChangeAspect="1"/>
          </p:cNvPicPr>
          <p:nvPr/>
        </p:nvPicPr>
        <p:blipFill>
          <a:blip r:embed="rId436"/>
          <a:stretch>
            <a:fillRect/>
          </a:stretch>
        </p:blipFill>
        <p:spPr>
          <a:xfrm>
            <a:off x="7980883" y="5253228"/>
            <a:ext cx="336499" cy="336499"/>
          </a:xfrm>
          <a:prstGeom prst="rect">
            <a:avLst/>
          </a:prstGeom>
        </p:spPr>
      </p:pic>
      <p:sp>
        <p:nvSpPr>
          <p:cNvPr id="582" name="Shape 144"/>
          <p:cNvSpPr/>
          <p:nvPr/>
        </p:nvSpPr>
        <p:spPr>
          <a:xfrm rot="-6000">
            <a:off x="8645652" y="5270602"/>
            <a:ext cx="340157" cy="266090"/>
          </a:xfrm>
          <a:prstGeom prst="roundRect">
            <a:avLst/>
          </a:prstGeom>
          <a:solidFill>
            <a:srgbClr val="EAF0F6"/>
          </a:solidFill>
          <a:ln/>
        </p:spPr>
      </p:sp>
      <p:pic>
        <p:nvPicPr>
          <p:cNvPr id="583" name="Image 436" descr="preencoded.png">    </p:cNvPr>
          <p:cNvPicPr>
            <a:picLocks noChangeAspect="1"/>
          </p:cNvPicPr>
          <p:nvPr/>
        </p:nvPicPr>
        <p:blipFill>
          <a:blip r:embed="rId437"/>
          <a:stretch>
            <a:fillRect/>
          </a:stretch>
        </p:blipFill>
        <p:spPr>
          <a:xfrm>
            <a:off x="9546336" y="5306263"/>
            <a:ext cx="407822" cy="407822"/>
          </a:xfrm>
          <a:prstGeom prst="rect">
            <a:avLst/>
          </a:prstGeom>
        </p:spPr>
      </p:pic>
      <p:sp>
        <p:nvSpPr>
          <p:cNvPr id="584" name="Shape 145"/>
          <p:cNvSpPr/>
          <p:nvPr/>
        </p:nvSpPr>
        <p:spPr>
          <a:xfrm rot="-6000">
            <a:off x="11501323" y="5372100"/>
            <a:ext cx="105156" cy="18288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585" name="Image 437" descr="preencoded.png">    </p:cNvPr>
          <p:cNvPicPr>
            <a:picLocks noChangeAspect="1"/>
          </p:cNvPicPr>
          <p:nvPr/>
        </p:nvPicPr>
        <p:blipFill>
          <a:blip r:embed="rId438"/>
          <a:stretch>
            <a:fillRect/>
          </a:stretch>
        </p:blipFill>
        <p:spPr>
          <a:xfrm>
            <a:off x="5067605" y="5388559"/>
            <a:ext cx="43891" cy="43891"/>
          </a:xfrm>
          <a:prstGeom prst="rect">
            <a:avLst/>
          </a:prstGeom>
        </p:spPr>
      </p:pic>
      <p:pic>
        <p:nvPicPr>
          <p:cNvPr id="586" name="Image 438" descr="preencoded.png">    </p:cNvPr>
          <p:cNvPicPr>
            <a:picLocks noChangeAspect="1"/>
          </p:cNvPicPr>
          <p:nvPr/>
        </p:nvPicPr>
        <p:blipFill>
          <a:blip r:embed="rId439"/>
          <a:stretch>
            <a:fillRect/>
          </a:stretch>
        </p:blipFill>
        <p:spPr>
          <a:xfrm>
            <a:off x="10552176" y="5411419"/>
            <a:ext cx="141732" cy="88697"/>
          </a:xfrm>
          <a:prstGeom prst="rect">
            <a:avLst/>
          </a:prstGeom>
        </p:spPr>
      </p:pic>
      <p:sp>
        <p:nvSpPr>
          <p:cNvPr id="587" name="Shape 146"/>
          <p:cNvSpPr/>
          <p:nvPr/>
        </p:nvSpPr>
        <p:spPr>
          <a:xfrm rot="-48000">
            <a:off x="11503152" y="5414162"/>
            <a:ext cx="191110" cy="19202"/>
          </a:xfrm>
          <a:prstGeom prst="roundRect">
            <a:avLst/>
          </a:prstGeom>
          <a:solidFill>
            <a:srgbClr val="000101"/>
          </a:solidFill>
          <a:ln/>
        </p:spPr>
      </p:sp>
      <p:pic>
        <p:nvPicPr>
          <p:cNvPr id="588" name="Image 439" descr="preencoded.png">    </p:cNvPr>
          <p:cNvPicPr>
            <a:picLocks noChangeAspect="1"/>
          </p:cNvPicPr>
          <p:nvPr/>
        </p:nvPicPr>
        <p:blipFill>
          <a:blip r:embed="rId440"/>
          <a:stretch>
            <a:fillRect/>
          </a:stretch>
        </p:blipFill>
        <p:spPr>
          <a:xfrm>
            <a:off x="10492740" y="5412334"/>
            <a:ext cx="62179" cy="88697"/>
          </a:xfrm>
          <a:prstGeom prst="rect">
            <a:avLst/>
          </a:prstGeom>
        </p:spPr>
      </p:pic>
      <p:sp>
        <p:nvSpPr>
          <p:cNvPr id="589" name="Shape 147"/>
          <p:cNvSpPr/>
          <p:nvPr/>
        </p:nvSpPr>
        <p:spPr>
          <a:xfrm>
            <a:off x="5655564" y="5415991"/>
            <a:ext cx="35662" cy="35662"/>
          </a:xfrm>
          <a:prstGeom prst="ellipse">
            <a:avLst/>
          </a:prstGeom>
          <a:solidFill>
            <a:srgbClr val="000101"/>
          </a:solidFill>
          <a:ln/>
        </p:spPr>
      </p:sp>
      <p:sp>
        <p:nvSpPr>
          <p:cNvPr id="590" name="Shape 148"/>
          <p:cNvSpPr/>
          <p:nvPr/>
        </p:nvSpPr>
        <p:spPr>
          <a:xfrm rot="6000">
            <a:off x="5714086" y="5424221"/>
            <a:ext cx="198425" cy="21031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91" name="Shape 149"/>
          <p:cNvSpPr/>
          <p:nvPr/>
        </p:nvSpPr>
        <p:spPr>
          <a:xfrm rot="-12000">
            <a:off x="11501323" y="5455310"/>
            <a:ext cx="191110" cy="19202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92" name="Shape 150"/>
          <p:cNvSpPr/>
          <p:nvPr/>
        </p:nvSpPr>
        <p:spPr>
          <a:xfrm>
            <a:off x="5656478" y="5484571"/>
            <a:ext cx="34747" cy="34747"/>
          </a:xfrm>
          <a:prstGeom prst="ellipse">
            <a:avLst/>
          </a:prstGeom>
          <a:solidFill>
            <a:srgbClr val="000101"/>
          </a:solidFill>
          <a:ln/>
        </p:spPr>
      </p:sp>
      <p:sp>
        <p:nvSpPr>
          <p:cNvPr id="593" name="Shape 151"/>
          <p:cNvSpPr/>
          <p:nvPr/>
        </p:nvSpPr>
        <p:spPr>
          <a:xfrm rot="12000">
            <a:off x="5713171" y="5490972"/>
            <a:ext cx="199339" cy="21031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94" name="Shape 152"/>
          <p:cNvSpPr/>
          <p:nvPr/>
        </p:nvSpPr>
        <p:spPr>
          <a:xfrm rot="18000">
            <a:off x="11500409" y="5495544"/>
            <a:ext cx="191110" cy="19202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95" name="Shape 153"/>
          <p:cNvSpPr/>
          <p:nvPr/>
        </p:nvSpPr>
        <p:spPr>
          <a:xfrm rot="30000">
            <a:off x="11501323" y="5535778"/>
            <a:ext cx="126187" cy="20117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96" name="Shape 154"/>
          <p:cNvSpPr/>
          <p:nvPr/>
        </p:nvSpPr>
        <p:spPr>
          <a:xfrm rot="-10440000">
            <a:off x="5655564" y="5554980"/>
            <a:ext cx="35662" cy="32004"/>
          </a:xfrm>
          <a:prstGeom prst="ellipse">
            <a:avLst/>
          </a:prstGeom>
          <a:solidFill>
            <a:srgbClr val="000101"/>
          </a:solidFill>
          <a:ln/>
        </p:spPr>
      </p:sp>
      <p:sp>
        <p:nvSpPr>
          <p:cNvPr id="597" name="Shape 155"/>
          <p:cNvSpPr/>
          <p:nvPr/>
        </p:nvSpPr>
        <p:spPr>
          <a:xfrm>
            <a:off x="5714086" y="5559552"/>
            <a:ext cx="198425" cy="21031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598" name="Shape 156"/>
          <p:cNvSpPr/>
          <p:nvPr/>
        </p:nvSpPr>
        <p:spPr>
          <a:xfrm>
            <a:off x="5657393" y="5619902"/>
            <a:ext cx="33833" cy="33833"/>
          </a:xfrm>
          <a:prstGeom prst="ellipse">
            <a:avLst/>
          </a:prstGeom>
          <a:solidFill>
            <a:srgbClr val="000101"/>
          </a:solidFill>
          <a:ln/>
        </p:spPr>
      </p:sp>
      <p:sp>
        <p:nvSpPr>
          <p:cNvPr id="599" name="Shape 157"/>
          <p:cNvSpPr/>
          <p:nvPr/>
        </p:nvSpPr>
        <p:spPr>
          <a:xfrm rot="6000">
            <a:off x="5715914" y="5627218"/>
            <a:ext cx="196596" cy="21946"/>
          </a:xfrm>
          <a:prstGeom prst="roundRect">
            <a:avLst/>
          </a:prstGeom>
          <a:solidFill>
            <a:srgbClr val="000101"/>
          </a:solidFill>
          <a:ln/>
        </p:spPr>
      </p:sp>
      <p:sp>
        <p:nvSpPr>
          <p:cNvPr id="600" name="Shape 158"/>
          <p:cNvSpPr/>
          <p:nvPr/>
        </p:nvSpPr>
        <p:spPr>
          <a:xfrm>
            <a:off x="305410" y="5775350"/>
            <a:ext cx="49378" cy="4937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01" name="Image 440" descr="preencoded.png">    </p:cNvPr>
          <p:cNvPicPr>
            <a:picLocks noChangeAspect="1"/>
          </p:cNvPicPr>
          <p:nvPr/>
        </p:nvPicPr>
        <p:blipFill>
          <a:blip r:embed="rId441"/>
          <a:stretch>
            <a:fillRect/>
          </a:stretch>
        </p:blipFill>
        <p:spPr>
          <a:xfrm>
            <a:off x="3402482" y="1901952"/>
            <a:ext cx="185623" cy="177394"/>
          </a:xfrm>
          <a:prstGeom prst="rect">
            <a:avLst/>
          </a:prstGeom>
        </p:spPr>
      </p:pic>
      <p:pic>
        <p:nvPicPr>
          <p:cNvPr id="602" name="Image 441" descr="preencoded.png">    </p:cNvPr>
          <p:cNvPicPr>
            <a:picLocks noChangeAspect="1"/>
          </p:cNvPicPr>
          <p:nvPr/>
        </p:nvPicPr>
        <p:blipFill>
          <a:blip r:embed="rId442"/>
          <a:stretch>
            <a:fillRect/>
          </a:stretch>
        </p:blipFill>
        <p:spPr>
          <a:xfrm>
            <a:off x="5384902" y="2471623"/>
            <a:ext cx="124358" cy="26518"/>
          </a:xfrm>
          <a:prstGeom prst="rect">
            <a:avLst/>
          </a:prstGeom>
        </p:spPr>
      </p:pic>
      <p:sp>
        <p:nvSpPr>
          <p:cNvPr id="603" name="Shape 159"/>
          <p:cNvSpPr/>
          <p:nvPr/>
        </p:nvSpPr>
        <p:spPr>
          <a:xfrm>
            <a:off x="4734763" y="772668"/>
            <a:ext cx="83210" cy="83210"/>
          </a:xfrm>
          <a:prstGeom prst="ellipse">
            <a:avLst/>
          </a:prstGeom>
          <a:solidFill>
            <a:srgbClr val="1F4977"/>
          </a:solidFill>
          <a:ln/>
        </p:spPr>
      </p:sp>
      <p:sp>
        <p:nvSpPr>
          <p:cNvPr id="604" name="Shape 160"/>
          <p:cNvSpPr/>
          <p:nvPr/>
        </p:nvSpPr>
        <p:spPr>
          <a:xfrm rot="36000">
            <a:off x="7503566" y="831190"/>
            <a:ext cx="113386" cy="21946"/>
          </a:xfrm>
          <a:prstGeom prst="roundRect">
            <a:avLst/>
          </a:prstGeom>
          <a:solidFill>
            <a:srgbClr val="1F4977"/>
          </a:solidFill>
          <a:ln/>
        </p:spPr>
      </p:sp>
      <p:pic>
        <p:nvPicPr>
          <p:cNvPr id="605" name="Image 442" descr="preencoded.png">    </p:cNvPr>
          <p:cNvPicPr>
            <a:picLocks noChangeAspect="1"/>
          </p:cNvPicPr>
          <p:nvPr/>
        </p:nvPicPr>
        <p:blipFill>
          <a:blip r:embed="rId443"/>
          <a:stretch>
            <a:fillRect/>
          </a:stretch>
        </p:blipFill>
        <p:spPr>
          <a:xfrm>
            <a:off x="4704588" y="854050"/>
            <a:ext cx="141732" cy="71323"/>
          </a:xfrm>
          <a:prstGeom prst="rect">
            <a:avLst/>
          </a:prstGeom>
        </p:spPr>
      </p:pic>
      <p:sp>
        <p:nvSpPr>
          <p:cNvPr id="606" name="Shape 161"/>
          <p:cNvSpPr/>
          <p:nvPr/>
        </p:nvSpPr>
        <p:spPr>
          <a:xfrm rot="18000">
            <a:off x="7503566" y="864108"/>
            <a:ext cx="109728" cy="21946"/>
          </a:xfrm>
          <a:prstGeom prst="roundRect">
            <a:avLst/>
          </a:prstGeom>
          <a:solidFill>
            <a:srgbClr val="142F43"/>
          </a:solidFill>
          <a:ln/>
        </p:spPr>
      </p:sp>
      <p:sp>
        <p:nvSpPr>
          <p:cNvPr id="607" name="Shape 162"/>
          <p:cNvSpPr/>
          <p:nvPr/>
        </p:nvSpPr>
        <p:spPr>
          <a:xfrm rot="-6000">
            <a:off x="7501738" y="897026"/>
            <a:ext cx="103327" cy="20117"/>
          </a:xfrm>
          <a:prstGeom prst="roundRect">
            <a:avLst/>
          </a:prstGeom>
          <a:solidFill>
            <a:srgbClr val="142F43"/>
          </a:solidFill>
          <a:ln/>
        </p:spPr>
      </p:sp>
      <p:pic>
        <p:nvPicPr>
          <p:cNvPr id="608" name="Image 443" descr="preencoded.png">    </p:cNvPr>
          <p:cNvPicPr>
            <a:picLocks noChangeAspect="1"/>
          </p:cNvPicPr>
          <p:nvPr/>
        </p:nvPicPr>
        <p:blipFill>
          <a:blip r:embed="rId444"/>
          <a:stretch>
            <a:fillRect/>
          </a:stretch>
        </p:blipFill>
        <p:spPr>
          <a:xfrm>
            <a:off x="3407054" y="1886407"/>
            <a:ext cx="185623" cy="194767"/>
          </a:xfrm>
          <a:prstGeom prst="rect">
            <a:avLst/>
          </a:prstGeom>
        </p:spPr>
      </p:pic>
      <p:pic>
        <p:nvPicPr>
          <p:cNvPr id="609" name="Image 444" descr="preencoded.png">    </p:cNvPr>
          <p:cNvPicPr>
            <a:picLocks noChangeAspect="1"/>
          </p:cNvPicPr>
          <p:nvPr/>
        </p:nvPicPr>
        <p:blipFill>
          <a:blip r:embed="rId445"/>
          <a:stretch>
            <a:fillRect/>
          </a:stretch>
        </p:blipFill>
        <p:spPr>
          <a:xfrm>
            <a:off x="491947" y="1951330"/>
            <a:ext cx="17374" cy="62179"/>
          </a:xfrm>
          <a:prstGeom prst="rect">
            <a:avLst/>
          </a:prstGeom>
        </p:spPr>
      </p:pic>
      <p:pic>
        <p:nvPicPr>
          <p:cNvPr id="610" name="Image 445" descr="preencoded.png">    </p:cNvPr>
          <p:cNvPicPr>
            <a:picLocks noChangeAspect="1"/>
          </p:cNvPicPr>
          <p:nvPr/>
        </p:nvPicPr>
        <p:blipFill>
          <a:blip r:embed="rId446"/>
          <a:stretch>
            <a:fillRect/>
          </a:stretch>
        </p:blipFill>
        <p:spPr>
          <a:xfrm>
            <a:off x="3396082" y="1955902"/>
            <a:ext cx="79553" cy="115214"/>
          </a:xfrm>
          <a:prstGeom prst="rect">
            <a:avLst/>
          </a:prstGeom>
        </p:spPr>
      </p:pic>
      <p:pic>
        <p:nvPicPr>
          <p:cNvPr id="611" name="Image 446" descr="preencoded.png">    </p:cNvPr>
          <p:cNvPicPr>
            <a:picLocks noChangeAspect="1"/>
          </p:cNvPicPr>
          <p:nvPr/>
        </p:nvPicPr>
        <p:blipFill>
          <a:blip r:embed="rId447"/>
          <a:stretch>
            <a:fillRect/>
          </a:stretch>
        </p:blipFill>
        <p:spPr>
          <a:xfrm>
            <a:off x="480060" y="2039112"/>
            <a:ext cx="71323" cy="62179"/>
          </a:xfrm>
          <a:prstGeom prst="rect">
            <a:avLst/>
          </a:prstGeom>
        </p:spPr>
      </p:pic>
      <p:pic>
        <p:nvPicPr>
          <p:cNvPr id="612" name="Image 447" descr="preencoded.png">    </p:cNvPr>
          <p:cNvPicPr>
            <a:picLocks noChangeAspect="1"/>
          </p:cNvPicPr>
          <p:nvPr/>
        </p:nvPicPr>
        <p:blipFill>
          <a:blip r:embed="rId448"/>
          <a:stretch>
            <a:fillRect/>
          </a:stretch>
        </p:blipFill>
        <p:spPr>
          <a:xfrm>
            <a:off x="569671" y="2085746"/>
            <a:ext cx="53035" cy="26518"/>
          </a:xfrm>
          <a:prstGeom prst="rect">
            <a:avLst/>
          </a:prstGeom>
        </p:spPr>
      </p:pic>
      <p:pic>
        <p:nvPicPr>
          <p:cNvPr id="613" name="Image 448" descr="preencoded.png">    </p:cNvPr>
          <p:cNvPicPr>
            <a:picLocks noChangeAspect="1"/>
          </p:cNvPicPr>
          <p:nvPr/>
        </p:nvPicPr>
        <p:blipFill>
          <a:blip r:embed="rId449"/>
          <a:stretch>
            <a:fillRect/>
          </a:stretch>
        </p:blipFill>
        <p:spPr>
          <a:xfrm>
            <a:off x="412394" y="2125980"/>
            <a:ext cx="43891" cy="43891"/>
          </a:xfrm>
          <a:prstGeom prst="rect">
            <a:avLst/>
          </a:prstGeom>
        </p:spPr>
      </p:pic>
      <p:pic>
        <p:nvPicPr>
          <p:cNvPr id="614" name="Image 449" descr="preencoded.png">    </p:cNvPr>
          <p:cNvPicPr>
            <a:picLocks noChangeAspect="1"/>
          </p:cNvPicPr>
          <p:nvPr/>
        </p:nvPicPr>
        <p:blipFill>
          <a:blip r:embed="rId450"/>
          <a:stretch>
            <a:fillRect/>
          </a:stretch>
        </p:blipFill>
        <p:spPr>
          <a:xfrm>
            <a:off x="2301545" y="2129638"/>
            <a:ext cx="470002" cy="576072"/>
          </a:xfrm>
          <a:prstGeom prst="rect">
            <a:avLst/>
          </a:prstGeom>
        </p:spPr>
      </p:pic>
      <p:pic>
        <p:nvPicPr>
          <p:cNvPr id="615" name="Image 450" descr="preencoded.png">    </p:cNvPr>
          <p:cNvPicPr>
            <a:picLocks noChangeAspect="1"/>
          </p:cNvPicPr>
          <p:nvPr/>
        </p:nvPicPr>
        <p:blipFill>
          <a:blip r:embed="rId451"/>
          <a:stretch>
            <a:fillRect/>
          </a:stretch>
        </p:blipFill>
        <p:spPr>
          <a:xfrm>
            <a:off x="5302606" y="2227478"/>
            <a:ext cx="300838" cy="389534"/>
          </a:xfrm>
          <a:prstGeom prst="rect">
            <a:avLst/>
          </a:prstGeom>
        </p:spPr>
      </p:pic>
      <p:sp>
        <p:nvSpPr>
          <p:cNvPr id="616" name="Shape 163"/>
          <p:cNvSpPr/>
          <p:nvPr/>
        </p:nvSpPr>
        <p:spPr>
          <a:xfrm>
            <a:off x="3378708" y="2728570"/>
            <a:ext cx="19202" cy="19202"/>
          </a:xfrm>
          <a:prstGeom prst="ellipse">
            <a:avLst/>
          </a:prstGeom>
          <a:solidFill>
            <a:srgbClr val="EDEFEF"/>
          </a:solidFill>
          <a:ln/>
        </p:spPr>
      </p:sp>
      <p:pic>
        <p:nvPicPr>
          <p:cNvPr id="617" name="Image 451" descr="preencoded.png">    </p:cNvPr>
          <p:cNvPicPr>
            <a:picLocks noChangeAspect="1"/>
          </p:cNvPicPr>
          <p:nvPr/>
        </p:nvPicPr>
        <p:blipFill>
          <a:blip r:embed="rId452"/>
          <a:stretch>
            <a:fillRect/>
          </a:stretch>
        </p:blipFill>
        <p:spPr>
          <a:xfrm>
            <a:off x="3441802" y="2728570"/>
            <a:ext cx="26518" cy="17374"/>
          </a:xfrm>
          <a:prstGeom prst="rect">
            <a:avLst/>
          </a:prstGeom>
        </p:spPr>
      </p:pic>
      <p:sp>
        <p:nvSpPr>
          <p:cNvPr id="618" name="Shape 164"/>
          <p:cNvSpPr/>
          <p:nvPr/>
        </p:nvSpPr>
        <p:spPr>
          <a:xfrm rot="-5322000">
            <a:off x="10903306" y="3573475"/>
            <a:ext cx="51206" cy="320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19" name="Image 452" descr="preencoded.png">    </p:cNvPr>
          <p:cNvPicPr>
            <a:picLocks noChangeAspect="1"/>
          </p:cNvPicPr>
          <p:nvPr/>
        </p:nvPicPr>
        <p:blipFill>
          <a:blip r:embed="rId453"/>
          <a:stretch>
            <a:fillRect/>
          </a:stretch>
        </p:blipFill>
        <p:spPr>
          <a:xfrm>
            <a:off x="10967314" y="3561588"/>
            <a:ext cx="35662" cy="26518"/>
          </a:xfrm>
          <a:prstGeom prst="rect">
            <a:avLst/>
          </a:prstGeom>
        </p:spPr>
      </p:pic>
      <p:sp>
        <p:nvSpPr>
          <p:cNvPr id="620" name="Shape 165"/>
          <p:cNvSpPr/>
          <p:nvPr/>
        </p:nvSpPr>
        <p:spPr>
          <a:xfrm rot="-18000">
            <a:off x="11021263" y="3564331"/>
            <a:ext cx="31090" cy="49378"/>
          </a:xfrm>
          <a:prstGeom prst="roundRect">
            <a:avLst/>
          </a:prstGeom>
          <a:solidFill>
            <a:srgbClr val="EAF0F6"/>
          </a:solidFill>
          <a:ln/>
        </p:spPr>
      </p:sp>
      <p:sp>
        <p:nvSpPr>
          <p:cNvPr id="621" name="Shape 166"/>
          <p:cNvSpPr/>
          <p:nvPr/>
        </p:nvSpPr>
        <p:spPr>
          <a:xfrm>
            <a:off x="11558016" y="3725266"/>
            <a:ext cx="77724" cy="77724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22" name="Image 453" descr="preencoded.png">    </p:cNvPr>
          <p:cNvPicPr>
            <a:picLocks noChangeAspect="1"/>
          </p:cNvPicPr>
          <p:nvPr/>
        </p:nvPicPr>
        <p:blipFill>
          <a:blip r:embed="rId454"/>
          <a:stretch>
            <a:fillRect/>
          </a:stretch>
        </p:blipFill>
        <p:spPr>
          <a:xfrm>
            <a:off x="11524183" y="3797503"/>
            <a:ext cx="141732" cy="159106"/>
          </a:xfrm>
          <a:prstGeom prst="rect">
            <a:avLst/>
          </a:prstGeom>
        </p:spPr>
      </p:pic>
      <p:sp>
        <p:nvSpPr>
          <p:cNvPr id="623" name="Shape 167"/>
          <p:cNvSpPr/>
          <p:nvPr/>
        </p:nvSpPr>
        <p:spPr>
          <a:xfrm>
            <a:off x="11454689" y="3843223"/>
            <a:ext cx="77724" cy="77724"/>
          </a:xfrm>
          <a:prstGeom prst="ellipse">
            <a:avLst/>
          </a:prstGeom>
          <a:solidFill>
            <a:srgbClr val="EDEFEF"/>
          </a:solidFill>
          <a:ln/>
        </p:spPr>
      </p:sp>
      <p:sp>
        <p:nvSpPr>
          <p:cNvPr id="624" name="Shape 168"/>
          <p:cNvSpPr/>
          <p:nvPr/>
        </p:nvSpPr>
        <p:spPr>
          <a:xfrm>
            <a:off x="11660429" y="3843223"/>
            <a:ext cx="76810" cy="7681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25" name="Image 454" descr="preencoded.png">    </p:cNvPr>
          <p:cNvPicPr>
            <a:picLocks noChangeAspect="1"/>
          </p:cNvPicPr>
          <p:nvPr/>
        </p:nvPicPr>
        <p:blipFill>
          <a:blip r:embed="rId455"/>
          <a:stretch>
            <a:fillRect/>
          </a:stretch>
        </p:blipFill>
        <p:spPr>
          <a:xfrm>
            <a:off x="11565331" y="3940150"/>
            <a:ext cx="62179" cy="71323"/>
          </a:xfrm>
          <a:prstGeom prst="rect">
            <a:avLst/>
          </a:prstGeom>
        </p:spPr>
      </p:pic>
      <p:sp>
        <p:nvSpPr>
          <p:cNvPr id="626" name="Shape 169"/>
          <p:cNvSpPr/>
          <p:nvPr/>
        </p:nvSpPr>
        <p:spPr>
          <a:xfrm>
            <a:off x="11402568" y="3974897"/>
            <a:ext cx="76810" cy="76810"/>
          </a:xfrm>
          <a:prstGeom prst="ellipse">
            <a:avLst/>
          </a:prstGeom>
          <a:solidFill>
            <a:srgbClr val="EDEFEF"/>
          </a:solidFill>
          <a:ln/>
        </p:spPr>
      </p:sp>
      <p:sp>
        <p:nvSpPr>
          <p:cNvPr id="627" name="Shape 170"/>
          <p:cNvSpPr/>
          <p:nvPr/>
        </p:nvSpPr>
        <p:spPr>
          <a:xfrm rot="-2700000">
            <a:off x="11714378" y="3974897"/>
            <a:ext cx="78638" cy="75895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28" name="Image 455" descr="preencoded.png">    </p:cNvPr>
          <p:cNvPicPr>
            <a:picLocks noChangeAspect="1"/>
          </p:cNvPicPr>
          <p:nvPr/>
        </p:nvPicPr>
        <p:blipFill>
          <a:blip r:embed="rId456"/>
          <a:stretch>
            <a:fillRect/>
          </a:stretch>
        </p:blipFill>
        <p:spPr>
          <a:xfrm>
            <a:off x="11120933" y="3984955"/>
            <a:ext cx="35662" cy="26518"/>
          </a:xfrm>
          <a:prstGeom prst="rect">
            <a:avLst/>
          </a:prstGeom>
        </p:spPr>
      </p:pic>
      <p:sp>
        <p:nvSpPr>
          <p:cNvPr id="629" name="Shape 171"/>
          <p:cNvSpPr/>
          <p:nvPr/>
        </p:nvSpPr>
        <p:spPr>
          <a:xfrm rot="-5370000">
            <a:off x="11276381" y="3995928"/>
            <a:ext cx="51206" cy="32918"/>
          </a:xfrm>
          <a:prstGeom prst="ellipse">
            <a:avLst/>
          </a:prstGeom>
          <a:solidFill>
            <a:srgbClr val="EDEFEF"/>
          </a:solidFill>
          <a:ln/>
        </p:spPr>
      </p:sp>
      <p:sp>
        <p:nvSpPr>
          <p:cNvPr id="630" name="Shape 172"/>
          <p:cNvSpPr/>
          <p:nvPr/>
        </p:nvSpPr>
        <p:spPr>
          <a:xfrm>
            <a:off x="11559845" y="4018788"/>
            <a:ext cx="76810" cy="76810"/>
          </a:xfrm>
          <a:prstGeom prst="ellipse">
            <a:avLst/>
          </a:prstGeom>
          <a:solidFill>
            <a:srgbClr val="EDEFEF"/>
          </a:solidFill>
          <a:ln/>
        </p:spPr>
      </p:sp>
      <p:sp>
        <p:nvSpPr>
          <p:cNvPr id="631" name="Shape 173"/>
          <p:cNvSpPr/>
          <p:nvPr/>
        </p:nvSpPr>
        <p:spPr>
          <a:xfrm>
            <a:off x="1775765" y="4048049"/>
            <a:ext cx="85039" cy="85039"/>
          </a:xfrm>
          <a:prstGeom prst="ellipse">
            <a:avLst/>
          </a:prstGeom>
          <a:solidFill>
            <a:srgbClr val="EDEFEF"/>
          </a:solidFill>
          <a:ln/>
        </p:spPr>
      </p:sp>
      <p:pic>
        <p:nvPicPr>
          <p:cNvPr id="632" name="Image 456" descr="preencoded.png">    </p:cNvPr>
          <p:cNvPicPr>
            <a:picLocks noChangeAspect="1"/>
          </p:cNvPicPr>
          <p:nvPr/>
        </p:nvPicPr>
        <p:blipFill>
          <a:blip r:embed="rId457"/>
          <a:stretch>
            <a:fillRect/>
          </a:stretch>
        </p:blipFill>
        <p:spPr>
          <a:xfrm>
            <a:off x="4908499" y="4144061"/>
            <a:ext cx="17374" cy="17374"/>
          </a:xfrm>
          <a:prstGeom prst="rect">
            <a:avLst/>
          </a:prstGeom>
        </p:spPr>
      </p:pic>
      <p:pic>
        <p:nvPicPr>
          <p:cNvPr id="633" name="Image 457" descr="preencoded.png">    </p:cNvPr>
          <p:cNvPicPr>
            <a:picLocks noChangeAspect="1"/>
          </p:cNvPicPr>
          <p:nvPr/>
        </p:nvPicPr>
        <p:blipFill>
          <a:blip r:embed="rId458"/>
          <a:stretch>
            <a:fillRect/>
          </a:stretch>
        </p:blipFill>
        <p:spPr>
          <a:xfrm>
            <a:off x="1591056" y="4150462"/>
            <a:ext cx="345643" cy="168250"/>
          </a:xfrm>
          <a:prstGeom prst="rect">
            <a:avLst/>
          </a:prstGeom>
        </p:spPr>
      </p:pic>
      <p:sp>
        <p:nvSpPr>
          <p:cNvPr id="634" name="Shape 174"/>
          <p:cNvSpPr/>
          <p:nvPr/>
        </p:nvSpPr>
        <p:spPr>
          <a:xfrm rot="-8490000">
            <a:off x="4855464" y="4161434"/>
            <a:ext cx="27432" cy="20117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35" name="Image 458" descr="preencoded.png">    </p:cNvPr>
          <p:cNvPicPr>
            <a:picLocks noChangeAspect="1"/>
          </p:cNvPicPr>
          <p:nvPr/>
        </p:nvPicPr>
        <p:blipFill>
          <a:blip r:embed="rId459"/>
          <a:stretch>
            <a:fillRect/>
          </a:stretch>
        </p:blipFill>
        <p:spPr>
          <a:xfrm>
            <a:off x="5664708" y="4236415"/>
            <a:ext cx="213055" cy="213055"/>
          </a:xfrm>
          <a:prstGeom prst="rect">
            <a:avLst/>
          </a:prstGeom>
        </p:spPr>
      </p:pic>
      <p:pic>
        <p:nvPicPr>
          <p:cNvPr id="636" name="Image 459" descr="preencoded.png">    </p:cNvPr>
          <p:cNvPicPr>
            <a:picLocks noChangeAspect="1"/>
          </p:cNvPicPr>
          <p:nvPr/>
        </p:nvPicPr>
        <p:blipFill>
          <a:blip r:embed="rId460"/>
          <a:stretch>
            <a:fillRect/>
          </a:stretch>
        </p:blipFill>
        <p:spPr>
          <a:xfrm>
            <a:off x="3242462" y="4345229"/>
            <a:ext cx="71323" cy="71323"/>
          </a:xfrm>
          <a:prstGeom prst="rect">
            <a:avLst/>
          </a:prstGeom>
        </p:spPr>
      </p:pic>
      <p:sp>
        <p:nvSpPr>
          <p:cNvPr id="637" name="Shape 175"/>
          <p:cNvSpPr/>
          <p:nvPr/>
        </p:nvSpPr>
        <p:spPr>
          <a:xfrm rot="-6108000">
            <a:off x="3418027" y="4357116"/>
            <a:ext cx="50292" cy="43891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38" name="Image 460" descr="preencoded.png">    </p:cNvPr>
          <p:cNvPicPr>
            <a:picLocks noChangeAspect="1"/>
          </p:cNvPicPr>
          <p:nvPr/>
        </p:nvPicPr>
        <p:blipFill>
          <a:blip r:embed="rId461"/>
          <a:stretch>
            <a:fillRect/>
          </a:stretch>
        </p:blipFill>
        <p:spPr>
          <a:xfrm>
            <a:off x="833018" y="4486046"/>
            <a:ext cx="124358" cy="124358"/>
          </a:xfrm>
          <a:prstGeom prst="rect">
            <a:avLst/>
          </a:prstGeom>
        </p:spPr>
      </p:pic>
      <p:sp>
        <p:nvSpPr>
          <p:cNvPr id="639" name="Shape 176"/>
          <p:cNvSpPr/>
          <p:nvPr/>
        </p:nvSpPr>
        <p:spPr>
          <a:xfrm rot="-5766000">
            <a:off x="8665769" y="5222138"/>
            <a:ext cx="31090" cy="25603"/>
          </a:xfrm>
          <a:prstGeom prst="ellipse">
            <a:avLst/>
          </a:prstGeom>
          <a:solidFill>
            <a:srgbClr val="000101"/>
          </a:solidFill>
          <a:ln/>
        </p:spPr>
      </p:sp>
      <p:sp>
        <p:nvSpPr>
          <p:cNvPr id="640" name="Shape 177"/>
          <p:cNvSpPr/>
          <p:nvPr/>
        </p:nvSpPr>
        <p:spPr>
          <a:xfrm>
            <a:off x="8702345" y="5223053"/>
            <a:ext cx="26518" cy="26518"/>
          </a:xfrm>
          <a:prstGeom prst="ellipse">
            <a:avLst/>
          </a:prstGeom>
          <a:solidFill>
            <a:srgbClr val="000101"/>
          </a:solidFill>
          <a:ln/>
        </p:spPr>
      </p:sp>
      <p:pic>
        <p:nvPicPr>
          <p:cNvPr id="641" name="Image 461" descr="preencoded.png">    </p:cNvPr>
          <p:cNvPicPr>
            <a:picLocks noChangeAspect="1"/>
          </p:cNvPicPr>
          <p:nvPr/>
        </p:nvPicPr>
        <p:blipFill>
          <a:blip r:embed="rId462"/>
          <a:stretch>
            <a:fillRect/>
          </a:stretch>
        </p:blipFill>
        <p:spPr>
          <a:xfrm>
            <a:off x="8736178" y="5222138"/>
            <a:ext cx="26518" cy="26518"/>
          </a:xfrm>
          <a:prstGeom prst="rect">
            <a:avLst/>
          </a:prstGeom>
        </p:spPr>
      </p:pic>
      <p:pic>
        <p:nvPicPr>
          <p:cNvPr id="642" name="Image 462" descr="preencoded.png">    </p:cNvPr>
          <p:cNvPicPr>
            <a:picLocks noChangeAspect="1"/>
          </p:cNvPicPr>
          <p:nvPr/>
        </p:nvPicPr>
        <p:blipFill>
          <a:blip r:embed="rId463"/>
          <a:stretch>
            <a:fillRect/>
          </a:stretch>
        </p:blipFill>
        <p:spPr>
          <a:xfrm>
            <a:off x="9815170" y="5247742"/>
            <a:ext cx="194767" cy="203911"/>
          </a:xfrm>
          <a:prstGeom prst="rect">
            <a:avLst/>
          </a:prstGeom>
        </p:spPr>
      </p:pic>
      <p:pic>
        <p:nvPicPr>
          <p:cNvPr id="643" name="Image 463" descr="preencoded.png">    </p:cNvPr>
          <p:cNvPicPr>
            <a:picLocks noChangeAspect="1"/>
          </p:cNvPicPr>
          <p:nvPr/>
        </p:nvPicPr>
        <p:blipFill>
          <a:blip r:embed="rId464"/>
          <a:stretch>
            <a:fillRect/>
          </a:stretch>
        </p:blipFill>
        <p:spPr>
          <a:xfrm>
            <a:off x="8022031" y="5296205"/>
            <a:ext cx="256946" cy="256946"/>
          </a:xfrm>
          <a:prstGeom prst="rect">
            <a:avLst/>
          </a:prstGeom>
        </p:spPr>
      </p:pic>
      <p:pic>
        <p:nvPicPr>
          <p:cNvPr id="644" name="Image 464" descr="preencoded.png">    </p:cNvPr>
          <p:cNvPicPr>
            <a:picLocks noChangeAspect="1"/>
          </p:cNvPicPr>
          <p:nvPr/>
        </p:nvPicPr>
        <p:blipFill>
          <a:blip r:embed="rId465"/>
          <a:stretch>
            <a:fillRect/>
          </a:stretch>
        </p:blipFill>
        <p:spPr>
          <a:xfrm>
            <a:off x="9559138" y="5316322"/>
            <a:ext cx="194767" cy="194767"/>
          </a:xfrm>
          <a:prstGeom prst="rect">
            <a:avLst/>
          </a:prstGeom>
        </p:spPr>
      </p:pic>
      <p:pic>
        <p:nvPicPr>
          <p:cNvPr id="645" name="Image 465" descr="preencoded.png">    </p:cNvPr>
          <p:cNvPicPr>
            <a:picLocks noChangeAspect="1"/>
          </p:cNvPicPr>
          <p:nvPr/>
        </p:nvPicPr>
        <p:blipFill>
          <a:blip r:embed="rId466"/>
          <a:stretch>
            <a:fillRect/>
          </a:stretch>
        </p:blipFill>
        <p:spPr>
          <a:xfrm>
            <a:off x="5080406" y="5402275"/>
            <a:ext cx="17374" cy="17374"/>
          </a:xfrm>
          <a:prstGeom prst="rect">
            <a:avLst/>
          </a:prstGeom>
        </p:spPr>
      </p:pic>
      <p:pic>
        <p:nvPicPr>
          <p:cNvPr id="646" name="Image 466" descr="preencoded.png">    </p:cNvPr>
          <p:cNvPicPr>
            <a:picLocks noChangeAspect="1"/>
          </p:cNvPicPr>
          <p:nvPr/>
        </p:nvPicPr>
        <p:blipFill>
          <a:blip r:embed="rId467"/>
          <a:stretch>
            <a:fillRect/>
          </a:stretch>
        </p:blipFill>
        <p:spPr>
          <a:xfrm>
            <a:off x="9559138" y="5446166"/>
            <a:ext cx="389534" cy="247802"/>
          </a:xfrm>
          <a:prstGeom prst="rect">
            <a:avLst/>
          </a:prstGeom>
        </p:spPr>
      </p:pic>
      <p:pic>
        <p:nvPicPr>
          <p:cNvPr id="647" name="Image 467" descr="preencoded.png">    </p:cNvPr>
          <p:cNvPicPr>
            <a:picLocks noChangeAspect="1"/>
          </p:cNvPicPr>
          <p:nvPr/>
        </p:nvPicPr>
        <p:blipFill>
          <a:blip r:embed="rId468"/>
          <a:stretch>
            <a:fillRect/>
          </a:stretch>
        </p:blipFill>
        <p:spPr>
          <a:xfrm>
            <a:off x="3513125" y="1901952"/>
            <a:ext cx="26518" cy="26518"/>
          </a:xfrm>
          <a:prstGeom prst="rect">
            <a:avLst/>
          </a:prstGeom>
        </p:spPr>
      </p:pic>
      <p:pic>
        <p:nvPicPr>
          <p:cNvPr id="648" name="Image 468" descr="preencoded.png">    </p:cNvPr>
          <p:cNvPicPr>
            <a:picLocks noChangeAspect="1"/>
          </p:cNvPicPr>
          <p:nvPr/>
        </p:nvPicPr>
        <p:blipFill>
          <a:blip r:embed="rId469"/>
          <a:stretch>
            <a:fillRect/>
          </a:stretch>
        </p:blipFill>
        <p:spPr>
          <a:xfrm>
            <a:off x="3549701" y="1940357"/>
            <a:ext cx="9144" cy="9144"/>
          </a:xfrm>
          <a:prstGeom prst="rect">
            <a:avLst/>
          </a:prstGeom>
        </p:spPr>
      </p:pic>
      <p:sp>
        <p:nvSpPr>
          <p:cNvPr id="649" name="Shape 178"/>
          <p:cNvSpPr/>
          <p:nvPr/>
        </p:nvSpPr>
        <p:spPr>
          <a:xfrm rot="-3702000">
            <a:off x="3535985" y="1947672"/>
            <a:ext cx="25603" cy="21946"/>
          </a:xfrm>
          <a:prstGeom prst="ellipse">
            <a:avLst/>
          </a:prstGeom>
          <a:solidFill>
            <a:srgbClr val="3B7FD4"/>
          </a:solidFill>
          <a:ln/>
        </p:spPr>
      </p:sp>
      <p:pic>
        <p:nvPicPr>
          <p:cNvPr id="650" name="Image 469" descr="preencoded.png">    </p:cNvPr>
          <p:cNvPicPr>
            <a:picLocks noChangeAspect="1"/>
          </p:cNvPicPr>
          <p:nvPr/>
        </p:nvPicPr>
        <p:blipFill>
          <a:blip r:embed="rId470"/>
          <a:stretch>
            <a:fillRect/>
          </a:stretch>
        </p:blipFill>
        <p:spPr>
          <a:xfrm>
            <a:off x="3515868" y="1966874"/>
            <a:ext cx="26518" cy="26518"/>
          </a:xfrm>
          <a:prstGeom prst="rect">
            <a:avLst/>
          </a:prstGeom>
        </p:spPr>
      </p:pic>
      <p:pic>
        <p:nvPicPr>
          <p:cNvPr id="651" name="Image 470" descr="preencoded.png">    </p:cNvPr>
          <p:cNvPicPr>
            <a:picLocks noChangeAspect="1"/>
          </p:cNvPicPr>
          <p:nvPr/>
        </p:nvPicPr>
        <p:blipFill>
          <a:blip r:embed="rId471"/>
          <a:stretch>
            <a:fillRect/>
          </a:stretch>
        </p:blipFill>
        <p:spPr>
          <a:xfrm>
            <a:off x="3539642" y="1992478"/>
            <a:ext cx="17374" cy="17374"/>
          </a:xfrm>
          <a:prstGeom prst="rect">
            <a:avLst/>
          </a:prstGeom>
        </p:spPr>
      </p:pic>
      <p:pic>
        <p:nvPicPr>
          <p:cNvPr id="652" name="Image 471" descr="preencoded.png">    </p:cNvPr>
          <p:cNvPicPr>
            <a:picLocks noChangeAspect="1"/>
          </p:cNvPicPr>
          <p:nvPr/>
        </p:nvPicPr>
        <p:blipFill>
          <a:blip r:embed="rId472"/>
          <a:stretch>
            <a:fillRect/>
          </a:stretch>
        </p:blipFill>
        <p:spPr>
          <a:xfrm>
            <a:off x="3556102" y="1999793"/>
            <a:ext cx="17374" cy="17374"/>
          </a:xfrm>
          <a:prstGeom prst="rect">
            <a:avLst/>
          </a:prstGeom>
        </p:spPr>
      </p:pic>
      <p:pic>
        <p:nvPicPr>
          <p:cNvPr id="653" name="Image 472" descr="preencoded.png">    </p:cNvPr>
          <p:cNvPicPr>
            <a:picLocks noChangeAspect="1"/>
          </p:cNvPicPr>
          <p:nvPr/>
        </p:nvPicPr>
        <p:blipFill>
          <a:blip r:embed="rId473"/>
          <a:stretch>
            <a:fillRect/>
          </a:stretch>
        </p:blipFill>
        <p:spPr>
          <a:xfrm>
            <a:off x="2346350" y="2268626"/>
            <a:ext cx="132588" cy="141732"/>
          </a:xfrm>
          <a:prstGeom prst="rect">
            <a:avLst/>
          </a:prstGeom>
        </p:spPr>
      </p:pic>
      <p:sp>
        <p:nvSpPr>
          <p:cNvPr id="654" name="Shape 179"/>
          <p:cNvSpPr/>
          <p:nvPr/>
        </p:nvSpPr>
        <p:spPr>
          <a:xfrm rot="18000">
            <a:off x="2500884" y="2342693"/>
            <a:ext cx="145390" cy="22860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655" name="Shape 180"/>
          <p:cNvSpPr/>
          <p:nvPr/>
        </p:nvSpPr>
        <p:spPr>
          <a:xfrm rot="18000">
            <a:off x="2500884" y="2390242"/>
            <a:ext cx="143561" cy="24689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656" name="Shape 181"/>
          <p:cNvSpPr/>
          <p:nvPr/>
        </p:nvSpPr>
        <p:spPr>
          <a:xfrm rot="-6000">
            <a:off x="2344522" y="2440534"/>
            <a:ext cx="298094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657" name="Shape 182"/>
          <p:cNvSpPr/>
          <p:nvPr/>
        </p:nvSpPr>
        <p:spPr>
          <a:xfrm rot="6000">
            <a:off x="2344522" y="2489911"/>
            <a:ext cx="299923" cy="23774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658" name="Shape 183"/>
          <p:cNvSpPr/>
          <p:nvPr/>
        </p:nvSpPr>
        <p:spPr>
          <a:xfrm rot="6000">
            <a:off x="2346350" y="2538374"/>
            <a:ext cx="301752" cy="24689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659" name="Shape 184"/>
          <p:cNvSpPr/>
          <p:nvPr/>
        </p:nvSpPr>
        <p:spPr>
          <a:xfrm rot="6000">
            <a:off x="2345436" y="2587752"/>
            <a:ext cx="299009" cy="22860"/>
          </a:xfrm>
          <a:prstGeom prst="roundRect">
            <a:avLst/>
          </a:prstGeom>
          <a:solidFill>
            <a:srgbClr val="AEB9C3"/>
          </a:solidFill>
          <a:ln/>
        </p:spPr>
      </p:sp>
      <p:sp>
        <p:nvSpPr>
          <p:cNvPr id="660" name="Shape 185"/>
          <p:cNvSpPr/>
          <p:nvPr/>
        </p:nvSpPr>
        <p:spPr>
          <a:xfrm rot="-6000">
            <a:off x="2344522" y="2635301"/>
            <a:ext cx="203911" cy="24689"/>
          </a:xfrm>
          <a:prstGeom prst="roundRect">
            <a:avLst/>
          </a:prstGeom>
          <a:solidFill>
            <a:srgbClr val="AEB9C3"/>
          </a:solidFill>
          <a:ln/>
        </p:spPr>
      </p:sp>
      <p:pic>
        <p:nvPicPr>
          <p:cNvPr id="661" name="Image 473" descr="preencoded.png">    </p:cNvPr>
          <p:cNvPicPr>
            <a:picLocks noChangeAspect="1"/>
          </p:cNvPicPr>
          <p:nvPr/>
        </p:nvPicPr>
        <p:blipFill>
          <a:blip r:embed="rId474"/>
          <a:stretch>
            <a:fillRect/>
          </a:stretch>
        </p:blipFill>
        <p:spPr>
          <a:xfrm>
            <a:off x="5726887" y="4251960"/>
            <a:ext cx="88697" cy="35662"/>
          </a:xfrm>
          <a:prstGeom prst="rect">
            <a:avLst/>
          </a:prstGeom>
        </p:spPr>
      </p:pic>
      <p:pic>
        <p:nvPicPr>
          <p:cNvPr id="662" name="Image 474" descr="preencoded.png">    </p:cNvPr>
          <p:cNvPicPr>
            <a:picLocks noChangeAspect="1"/>
          </p:cNvPicPr>
          <p:nvPr/>
        </p:nvPicPr>
        <p:blipFill>
          <a:blip r:embed="rId475"/>
          <a:stretch>
            <a:fillRect/>
          </a:stretch>
        </p:blipFill>
        <p:spPr>
          <a:xfrm>
            <a:off x="5711342" y="4284878"/>
            <a:ext cx="17374" cy="17374"/>
          </a:xfrm>
          <a:prstGeom prst="rect">
            <a:avLst/>
          </a:prstGeom>
        </p:spPr>
      </p:pic>
      <p:sp>
        <p:nvSpPr>
          <p:cNvPr id="663" name="Shape 186"/>
          <p:cNvSpPr/>
          <p:nvPr/>
        </p:nvSpPr>
        <p:spPr>
          <a:xfrm rot="-3690000">
            <a:off x="3249778" y="4360774"/>
            <a:ext cx="52121" cy="3931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4" name="Shape 187"/>
          <p:cNvSpPr/>
          <p:nvPr/>
        </p:nvSpPr>
        <p:spPr>
          <a:xfrm>
            <a:off x="845820" y="4499762"/>
            <a:ext cx="102413" cy="102413"/>
          </a:xfrm>
          <a:prstGeom prst="ellipse">
            <a:avLst/>
          </a:prstGeom>
          <a:solidFill>
            <a:srgbClr val="EDEFEF"/>
          </a:solidFill>
          <a:ln/>
        </p:spPr>
      </p:sp>
      <p:pic>
        <p:nvPicPr>
          <p:cNvPr id="665" name="Image 475" descr="preencoded.png">    </p:cNvPr>
          <p:cNvPicPr>
            <a:picLocks noChangeAspect="1"/>
          </p:cNvPicPr>
          <p:nvPr/>
        </p:nvPicPr>
        <p:blipFill>
          <a:blip r:embed="rId476"/>
          <a:stretch>
            <a:fillRect/>
          </a:stretch>
        </p:blipFill>
        <p:spPr>
          <a:xfrm>
            <a:off x="8030261" y="5304434"/>
            <a:ext cx="230429" cy="230429"/>
          </a:xfrm>
          <a:prstGeom prst="rect">
            <a:avLst/>
          </a:prstGeom>
        </p:spPr>
      </p:pic>
      <p:pic>
        <p:nvPicPr>
          <p:cNvPr id="666" name="Image 476" descr="preencoded.png">    </p:cNvPr>
          <p:cNvPicPr>
            <a:picLocks noChangeAspect="1"/>
          </p:cNvPicPr>
          <p:nvPr/>
        </p:nvPicPr>
        <p:blipFill>
          <a:blip r:embed="rId477"/>
          <a:stretch>
            <a:fillRect/>
          </a:stretch>
        </p:blipFill>
        <p:spPr>
          <a:xfrm>
            <a:off x="2392985" y="2298802"/>
            <a:ext cx="43891" cy="62179"/>
          </a:xfrm>
          <a:prstGeom prst="rect">
            <a:avLst/>
          </a:prstGeom>
        </p:spPr>
      </p:pic>
      <p:pic>
        <p:nvPicPr>
          <p:cNvPr id="667" name="Image 477" descr="preencoded.png">    </p:cNvPr>
          <p:cNvPicPr>
            <a:picLocks noChangeAspect="1"/>
          </p:cNvPicPr>
          <p:nvPr/>
        </p:nvPicPr>
        <p:blipFill>
          <a:blip r:embed="rId478"/>
          <a:stretch>
            <a:fillRect/>
          </a:stretch>
        </p:blipFill>
        <p:spPr>
          <a:xfrm>
            <a:off x="8051292" y="5383073"/>
            <a:ext cx="194767" cy="79553"/>
          </a:xfrm>
          <a:prstGeom prst="rect">
            <a:avLst/>
          </a:prstGeom>
        </p:spPr>
      </p:pic>
      <p:sp>
        <p:nvSpPr>
          <p:cNvPr id="668" name="Shape 188"/>
          <p:cNvSpPr/>
          <p:nvPr/>
        </p:nvSpPr>
        <p:spPr>
          <a:xfrm>
            <a:off x="8130845" y="5393131"/>
            <a:ext cx="34747" cy="34747"/>
          </a:xfrm>
          <a:prstGeom prst="ellipse">
            <a:avLst/>
          </a:prstGeom>
          <a:solidFill>
            <a:srgbClr val="EDEFEF"/>
          </a:solidFill>
          <a:ln/>
        </p:spPr>
      </p:sp>
      <p:sp>
        <p:nvSpPr>
          <p:cNvPr id="669" name="Text 189"/>
          <p:cNvSpPr/>
          <p:nvPr/>
        </p:nvSpPr>
        <p:spPr>
          <a:xfrm>
            <a:off x="926287" y="159106"/>
            <a:ext cx="934242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99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System (AstrBot Plugin) — Architecture Overview</a:t>
            </a:r>
            <a:endParaRPr lang="en-US" sz="1995" dirty="0"/>
          </a:p>
        </p:txBody>
      </p:sp>
      <p:sp>
        <p:nvSpPr>
          <p:cNvPr id="670" name="Text 190"/>
          <p:cNvSpPr/>
          <p:nvPr/>
        </p:nvSpPr>
        <p:spPr>
          <a:xfrm>
            <a:off x="3650285" y="720547"/>
            <a:ext cx="7900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8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 /</a:t>
            </a:r>
            <a:endParaRPr lang="en-US" sz="1085" dirty="0"/>
          </a:p>
        </p:txBody>
      </p:sp>
      <p:sp>
        <p:nvSpPr>
          <p:cNvPr id="671" name="Text 191"/>
          <p:cNvSpPr/>
          <p:nvPr/>
        </p:nvSpPr>
        <p:spPr>
          <a:xfrm>
            <a:off x="7961681" y="726948"/>
            <a:ext cx="1248156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Response</a:t>
            </a:r>
            <a:endParaRPr lang="en-US" sz="1057" dirty="0"/>
          </a:p>
        </p:txBody>
      </p:sp>
      <p:sp>
        <p:nvSpPr>
          <p:cNvPr id="672" name="Text 192"/>
          <p:cNvSpPr/>
          <p:nvPr/>
        </p:nvSpPr>
        <p:spPr>
          <a:xfrm>
            <a:off x="3606394" y="865022"/>
            <a:ext cx="81473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3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Tool Use</a:t>
            </a:r>
            <a:endParaRPr lang="en-US" sz="1037" dirty="0"/>
          </a:p>
        </p:txBody>
      </p:sp>
      <p:sp>
        <p:nvSpPr>
          <p:cNvPr id="673" name="Text 193"/>
          <p:cNvSpPr/>
          <p:nvPr/>
        </p:nvSpPr>
        <p:spPr>
          <a:xfrm>
            <a:off x="7956194" y="892454"/>
            <a:ext cx="688543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9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Citations</a:t>
            </a:r>
            <a:endParaRPr lang="en-US" sz="899" dirty="0"/>
          </a:p>
        </p:txBody>
      </p:sp>
      <p:sp>
        <p:nvSpPr>
          <p:cNvPr id="674" name="Text 194"/>
          <p:cNvSpPr/>
          <p:nvPr/>
        </p:nvSpPr>
        <p:spPr>
          <a:xfrm>
            <a:off x="390449" y="1408176"/>
            <a:ext cx="810158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9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Ingestion</a:t>
            </a:r>
            <a:endParaRPr lang="en-US" sz="996" dirty="0"/>
          </a:p>
        </p:txBody>
      </p:sp>
      <p:sp>
        <p:nvSpPr>
          <p:cNvPr id="675" name="Text 195"/>
          <p:cNvSpPr/>
          <p:nvPr/>
        </p:nvSpPr>
        <p:spPr>
          <a:xfrm>
            <a:off x="3213202" y="1419149"/>
            <a:ext cx="268742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1 - Abstract Index (AbstractIndexManager)</a:t>
            </a:r>
            <a:endParaRPr lang="en-US" sz="970" dirty="0"/>
          </a:p>
        </p:txBody>
      </p:sp>
      <p:sp>
        <p:nvSpPr>
          <p:cNvPr id="676" name="Text 196"/>
          <p:cNvSpPr/>
          <p:nvPr/>
        </p:nvSpPr>
        <p:spPr>
          <a:xfrm>
            <a:off x="10121494" y="1388974"/>
            <a:ext cx="1086307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GraphRAGEngine:</a:t>
            </a:r>
            <a:endParaRPr lang="en-US" sz="1017" dirty="0"/>
          </a:p>
        </p:txBody>
      </p:sp>
      <p:sp>
        <p:nvSpPr>
          <p:cNvPr id="677" name="Text 197"/>
          <p:cNvSpPr/>
          <p:nvPr/>
        </p:nvSpPr>
        <p:spPr>
          <a:xfrm>
            <a:off x="476402" y="1570025"/>
            <a:ext cx="668426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Indexing</a:t>
            </a:r>
            <a:endParaRPr lang="en-US" sz="1098" dirty="0"/>
          </a:p>
        </p:txBody>
      </p:sp>
      <p:sp>
        <p:nvSpPr>
          <p:cNvPr id="678" name="Text 198"/>
          <p:cNvSpPr/>
          <p:nvPr/>
        </p:nvSpPr>
        <p:spPr>
          <a:xfrm>
            <a:off x="8011058" y="1520647"/>
            <a:ext cx="961949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1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GraphRAGRouter:</a:t>
            </a:r>
            <a:endParaRPr lang="en-US" sz="912" dirty="0"/>
          </a:p>
        </p:txBody>
      </p:sp>
      <p:sp>
        <p:nvSpPr>
          <p:cNvPr id="679" name="Text 199"/>
          <p:cNvSpPr/>
          <p:nvPr/>
        </p:nvSpPr>
        <p:spPr>
          <a:xfrm>
            <a:off x="9760306" y="1548994"/>
            <a:ext cx="1700784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1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Knowledge Graph</a:t>
            </a:r>
            <a:endParaRPr lang="en-US" sz="1016" dirty="0"/>
          </a:p>
        </p:txBody>
      </p:sp>
      <p:sp>
        <p:nvSpPr>
          <p:cNvPr id="680" name="Text 200"/>
          <p:cNvSpPr/>
          <p:nvPr/>
        </p:nvSpPr>
        <p:spPr>
          <a:xfrm>
            <a:off x="8157362" y="1663294"/>
            <a:ext cx="592531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3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Intent</a:t>
            </a:r>
            <a:endParaRPr lang="en-US" sz="836" dirty="0"/>
          </a:p>
        </p:txBody>
      </p:sp>
      <p:sp>
        <p:nvSpPr>
          <p:cNvPr id="681" name="Text 201"/>
          <p:cNvSpPr/>
          <p:nvPr/>
        </p:nvSpPr>
        <p:spPr>
          <a:xfrm>
            <a:off x="2296973" y="1761134"/>
            <a:ext cx="389534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1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818" dirty="0"/>
          </a:p>
        </p:txBody>
      </p:sp>
      <p:sp>
        <p:nvSpPr>
          <p:cNvPr id="682" name="Text 202"/>
          <p:cNvSpPr/>
          <p:nvPr/>
        </p:nvSpPr>
        <p:spPr>
          <a:xfrm>
            <a:off x="5143500" y="1752905"/>
            <a:ext cx="618134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48" dirty="0"/>
          </a:p>
        </p:txBody>
      </p:sp>
      <p:sp>
        <p:nvSpPr>
          <p:cNvPr id="683" name="Text 203"/>
          <p:cNvSpPr/>
          <p:nvPr/>
        </p:nvSpPr>
        <p:spPr>
          <a:xfrm>
            <a:off x="6254496" y="1750162"/>
            <a:ext cx="684886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 Abstract</a:t>
            </a:r>
            <a:endParaRPr lang="en-US" sz="786" dirty="0"/>
          </a:p>
        </p:txBody>
      </p:sp>
      <p:sp>
        <p:nvSpPr>
          <p:cNvPr id="684" name="Text 204"/>
          <p:cNvSpPr/>
          <p:nvPr/>
        </p:nvSpPr>
        <p:spPr>
          <a:xfrm>
            <a:off x="4115714" y="1833372"/>
            <a:ext cx="61173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7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Qwen3.5-98</a:t>
            </a:r>
            <a:endParaRPr lang="en-US" sz="871" dirty="0"/>
          </a:p>
        </p:txBody>
      </p:sp>
      <p:sp>
        <p:nvSpPr>
          <p:cNvPr id="685" name="Text 205"/>
          <p:cNvSpPr/>
          <p:nvPr/>
        </p:nvSpPr>
        <p:spPr>
          <a:xfrm>
            <a:off x="8122615" y="1805026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6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764" dirty="0"/>
          </a:p>
        </p:txBody>
      </p:sp>
      <p:sp>
        <p:nvSpPr>
          <p:cNvPr id="686" name="Text 206"/>
          <p:cNvSpPr/>
          <p:nvPr/>
        </p:nvSpPr>
        <p:spPr>
          <a:xfrm>
            <a:off x="10009022" y="1802282"/>
            <a:ext cx="1111910" cy="12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MultimodalGraphBuilder</a:t>
            </a:r>
            <a:endParaRPr lang="en-US" sz="810" dirty="0"/>
          </a:p>
        </p:txBody>
      </p:sp>
      <p:sp>
        <p:nvSpPr>
          <p:cNvPr id="687" name="Text 207"/>
          <p:cNvSpPr/>
          <p:nvPr/>
        </p:nvSpPr>
        <p:spPr>
          <a:xfrm>
            <a:off x="829361" y="1857146"/>
            <a:ext cx="538582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3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831" dirty="0"/>
          </a:p>
        </p:txBody>
      </p:sp>
      <p:sp>
        <p:nvSpPr>
          <p:cNvPr id="688" name="Text 208"/>
          <p:cNvSpPr/>
          <p:nvPr/>
        </p:nvSpPr>
        <p:spPr>
          <a:xfrm>
            <a:off x="1647749" y="1893722"/>
            <a:ext cx="268834" cy="98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2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</a:t>
            </a:r>
            <a:endParaRPr lang="en-US" sz="624" dirty="0"/>
          </a:p>
        </p:txBody>
      </p:sp>
      <p:sp>
        <p:nvSpPr>
          <p:cNvPr id="689" name="Text 209"/>
          <p:cNvSpPr/>
          <p:nvPr/>
        </p:nvSpPr>
        <p:spPr>
          <a:xfrm>
            <a:off x="2253996" y="1901038"/>
            <a:ext cx="449885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Estraction</a:t>
            </a:r>
            <a:endParaRPr lang="en-US" sz="781" dirty="0"/>
          </a:p>
        </p:txBody>
      </p:sp>
      <p:sp>
        <p:nvSpPr>
          <p:cNvPr id="690" name="Text 210"/>
          <p:cNvSpPr/>
          <p:nvPr/>
        </p:nvSpPr>
        <p:spPr>
          <a:xfrm>
            <a:off x="4252874" y="1948586"/>
            <a:ext cx="352044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3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GGUF</a:t>
            </a:r>
            <a:endParaRPr lang="en-US" sz="935" dirty="0"/>
          </a:p>
        </p:txBody>
      </p:sp>
      <p:sp>
        <p:nvSpPr>
          <p:cNvPr id="691" name="Text 211"/>
          <p:cNvSpPr/>
          <p:nvPr/>
        </p:nvSpPr>
        <p:spPr>
          <a:xfrm>
            <a:off x="6375197" y="1894637"/>
            <a:ext cx="464515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1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18" dirty="0"/>
          </a:p>
        </p:txBody>
      </p:sp>
      <p:sp>
        <p:nvSpPr>
          <p:cNvPr id="692" name="Text 212"/>
          <p:cNvSpPr/>
          <p:nvPr/>
        </p:nvSpPr>
        <p:spPr>
          <a:xfrm>
            <a:off x="1587398" y="1984248"/>
            <a:ext cx="384962" cy="1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addf,</a:t>
            </a:r>
            <a:endParaRPr lang="en-US" sz="665" dirty="0"/>
          </a:p>
        </p:txBody>
      </p:sp>
      <p:sp>
        <p:nvSpPr>
          <p:cNvPr id="693" name="Text 213"/>
          <p:cNvSpPr/>
          <p:nvPr/>
        </p:nvSpPr>
        <p:spPr>
          <a:xfrm>
            <a:off x="10530230" y="1985162"/>
            <a:ext cx="934517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iabeled graph triples</a:t>
            </a:r>
            <a:endParaRPr lang="en-US" sz="588" dirty="0"/>
          </a:p>
        </p:txBody>
      </p:sp>
      <p:sp>
        <p:nvSpPr>
          <p:cNvPr id="694" name="Text 214"/>
          <p:cNvSpPr/>
          <p:nvPr/>
        </p:nvSpPr>
        <p:spPr>
          <a:xfrm>
            <a:off x="1639519" y="2064715"/>
            <a:ext cx="229514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diet,</a:t>
            </a:r>
            <a:endParaRPr lang="en-US" sz="920" dirty="0"/>
          </a:p>
        </p:txBody>
      </p:sp>
      <p:sp>
        <p:nvSpPr>
          <p:cNvPr id="695" name="Text 215"/>
          <p:cNvSpPr/>
          <p:nvPr/>
        </p:nvSpPr>
        <p:spPr>
          <a:xfrm>
            <a:off x="8643823" y="2104949"/>
            <a:ext cx="679399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1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GRAPH_LOCAL</a:t>
            </a:r>
            <a:endParaRPr lang="en-US" sz="714" dirty="0"/>
          </a:p>
        </p:txBody>
      </p:sp>
      <p:sp>
        <p:nvSpPr>
          <p:cNvPr id="696" name="Text 216"/>
          <p:cNvSpPr/>
          <p:nvPr/>
        </p:nvSpPr>
        <p:spPr>
          <a:xfrm>
            <a:off x="10899648" y="2114093"/>
            <a:ext cx="31638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8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[Reixtion]</a:t>
            </a:r>
            <a:endParaRPr lang="en-US" sz="581" dirty="0"/>
          </a:p>
        </p:txBody>
      </p:sp>
      <p:sp>
        <p:nvSpPr>
          <p:cNvPr id="697" name="Text 217"/>
          <p:cNvSpPr/>
          <p:nvPr/>
        </p:nvSpPr>
        <p:spPr>
          <a:xfrm>
            <a:off x="881482" y="2149754"/>
            <a:ext cx="637337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/CORE</a:t>
            </a:r>
            <a:endParaRPr lang="en-US" sz="1562" dirty="0"/>
          </a:p>
        </p:txBody>
      </p:sp>
      <p:sp>
        <p:nvSpPr>
          <p:cNvPr id="698" name="Text 218"/>
          <p:cNvSpPr/>
          <p:nvPr/>
        </p:nvSpPr>
        <p:spPr>
          <a:xfrm>
            <a:off x="10474452" y="2161642"/>
            <a:ext cx="3200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Entity1</a:t>
            </a:r>
            <a:endParaRPr lang="en-US" sz="801" dirty="0"/>
          </a:p>
        </p:txBody>
      </p:sp>
      <p:sp>
        <p:nvSpPr>
          <p:cNvPr id="699" name="Text 219"/>
          <p:cNvSpPr/>
          <p:nvPr/>
        </p:nvSpPr>
        <p:spPr>
          <a:xfrm>
            <a:off x="11351362" y="2155241"/>
            <a:ext cx="3063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6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Entity2</a:t>
            </a:r>
            <a:endParaRPr lang="en-US" sz="766" dirty="0"/>
          </a:p>
        </p:txBody>
      </p:sp>
      <p:sp>
        <p:nvSpPr>
          <p:cNvPr id="700" name="Text 220"/>
          <p:cNvSpPr/>
          <p:nvPr/>
        </p:nvSpPr>
        <p:spPr>
          <a:xfrm>
            <a:off x="392278" y="2215591"/>
            <a:ext cx="27432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044" dirty="0"/>
          </a:p>
        </p:txBody>
      </p:sp>
      <p:sp>
        <p:nvSpPr>
          <p:cNvPr id="701" name="Text 221"/>
          <p:cNvSpPr/>
          <p:nvPr/>
        </p:nvSpPr>
        <p:spPr>
          <a:xfrm>
            <a:off x="3117190" y="2235708"/>
            <a:ext cx="694030" cy="10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LocalGGUFClient</a:t>
            </a:r>
            <a:endParaRPr lang="en-US" sz="688" dirty="0"/>
          </a:p>
        </p:txBody>
      </p:sp>
      <p:sp>
        <p:nvSpPr>
          <p:cNvPr id="702" name="Text 222"/>
          <p:cNvSpPr/>
          <p:nvPr/>
        </p:nvSpPr>
        <p:spPr>
          <a:xfrm>
            <a:off x="5285232" y="2243938"/>
            <a:ext cx="327355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89" dirty="0"/>
          </a:p>
        </p:txBody>
      </p:sp>
      <p:sp>
        <p:nvSpPr>
          <p:cNvPr id="703" name="Text 223"/>
          <p:cNvSpPr/>
          <p:nvPr/>
        </p:nvSpPr>
        <p:spPr>
          <a:xfrm>
            <a:off x="8293608" y="2315261"/>
            <a:ext cx="254203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8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</a:t>
            </a:r>
            <a:endParaRPr lang="en-US" sz="681" dirty="0"/>
          </a:p>
        </p:txBody>
      </p:sp>
      <p:sp>
        <p:nvSpPr>
          <p:cNvPr id="704" name="Text 224"/>
          <p:cNvSpPr/>
          <p:nvPr/>
        </p:nvSpPr>
        <p:spPr>
          <a:xfrm>
            <a:off x="9722815" y="2215591"/>
            <a:ext cx="267005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44" dirty="0"/>
          </a:p>
        </p:txBody>
      </p:sp>
      <p:sp>
        <p:nvSpPr>
          <p:cNvPr id="705" name="Text 225"/>
          <p:cNvSpPr/>
          <p:nvPr/>
        </p:nvSpPr>
        <p:spPr>
          <a:xfrm>
            <a:off x="1673352" y="2370125"/>
            <a:ext cx="191110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bulld,</a:t>
            </a:r>
            <a:endParaRPr lang="en-US" sz="601" dirty="0"/>
          </a:p>
        </p:txBody>
      </p:sp>
      <p:sp>
        <p:nvSpPr>
          <p:cNvPr id="706" name="Text 226"/>
          <p:cNvSpPr/>
          <p:nvPr/>
        </p:nvSpPr>
        <p:spPr>
          <a:xfrm>
            <a:off x="4107485" y="2319833"/>
            <a:ext cx="62087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8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Qwen3.5-48</a:t>
            </a:r>
            <a:endParaRPr lang="en-US" sz="884" dirty="0"/>
          </a:p>
        </p:txBody>
      </p:sp>
      <p:sp>
        <p:nvSpPr>
          <p:cNvPr id="707" name="Text 227"/>
          <p:cNvSpPr/>
          <p:nvPr/>
        </p:nvSpPr>
        <p:spPr>
          <a:xfrm>
            <a:off x="6148426" y="2330806"/>
            <a:ext cx="20299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654" dirty="0"/>
          </a:p>
        </p:txBody>
      </p:sp>
      <p:sp>
        <p:nvSpPr>
          <p:cNvPr id="708" name="Text 228"/>
          <p:cNvSpPr/>
          <p:nvPr/>
        </p:nvSpPr>
        <p:spPr>
          <a:xfrm>
            <a:off x="6469380" y="2330806"/>
            <a:ext cx="366674" cy="112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2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paper_id</a:t>
            </a:r>
            <a:endParaRPr lang="en-US" sz="723" dirty="0"/>
          </a:p>
        </p:txBody>
      </p:sp>
      <p:sp>
        <p:nvSpPr>
          <p:cNvPr id="709" name="Text 229"/>
          <p:cNvSpPr/>
          <p:nvPr/>
        </p:nvSpPr>
        <p:spPr>
          <a:xfrm>
            <a:off x="8268005" y="2413102"/>
            <a:ext cx="341071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Relationn</a:t>
            </a:r>
            <a:endParaRPr lang="en-US" sz="619" dirty="0"/>
          </a:p>
        </p:txBody>
      </p:sp>
      <p:sp>
        <p:nvSpPr>
          <p:cNvPr id="710" name="Text 230"/>
          <p:cNvSpPr/>
          <p:nvPr/>
        </p:nvSpPr>
        <p:spPr>
          <a:xfrm>
            <a:off x="10924337" y="2384755"/>
            <a:ext cx="26883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3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-uses</a:t>
            </a:r>
            <a:endParaRPr lang="en-US" sz="839" dirty="0"/>
          </a:p>
        </p:txBody>
      </p:sp>
      <p:sp>
        <p:nvSpPr>
          <p:cNvPr id="711" name="Text 231"/>
          <p:cNvSpPr/>
          <p:nvPr/>
        </p:nvSpPr>
        <p:spPr>
          <a:xfrm>
            <a:off x="1553566" y="2460650"/>
            <a:ext cx="450799" cy="99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graph_build,</a:t>
            </a:r>
            <a:endParaRPr lang="en-US" sz="633" dirty="0"/>
          </a:p>
        </p:txBody>
      </p:sp>
      <p:sp>
        <p:nvSpPr>
          <p:cNvPr id="712" name="Text 232"/>
          <p:cNvSpPr/>
          <p:nvPr/>
        </p:nvSpPr>
        <p:spPr>
          <a:xfrm>
            <a:off x="6466637" y="2484425"/>
            <a:ext cx="12893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608" dirty="0"/>
          </a:p>
        </p:txBody>
      </p:sp>
      <p:sp>
        <p:nvSpPr>
          <p:cNvPr id="713" name="Text 233"/>
          <p:cNvSpPr/>
          <p:nvPr/>
        </p:nvSpPr>
        <p:spPr>
          <a:xfrm>
            <a:off x="11300155" y="2434133"/>
            <a:ext cx="39502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770" dirty="0"/>
          </a:p>
        </p:txBody>
      </p:sp>
      <p:sp>
        <p:nvSpPr>
          <p:cNvPr id="714" name="Text 234"/>
          <p:cNvSpPr/>
          <p:nvPr/>
        </p:nvSpPr>
        <p:spPr>
          <a:xfrm>
            <a:off x="686714" y="2420417"/>
            <a:ext cx="321869" cy="363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466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</a:t>
            </a:r>
            <a:endParaRPr lang="en-US" sz="2466" dirty="0"/>
          </a:p>
        </p:txBody>
      </p:sp>
      <p:sp>
        <p:nvSpPr>
          <p:cNvPr id="715" name="Text 235"/>
          <p:cNvSpPr/>
          <p:nvPr/>
        </p:nvSpPr>
        <p:spPr>
          <a:xfrm>
            <a:off x="1579169" y="2561234"/>
            <a:ext cx="369418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4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arsit_add,</a:t>
            </a:r>
            <a:endParaRPr lang="en-US" sz="647" dirty="0"/>
          </a:p>
        </p:txBody>
      </p:sp>
      <p:sp>
        <p:nvSpPr>
          <p:cNvPr id="716" name="Text 236"/>
          <p:cNvSpPr/>
          <p:nvPr/>
        </p:nvSpPr>
        <p:spPr>
          <a:xfrm>
            <a:off x="1613916" y="2653589"/>
            <a:ext cx="285293" cy="1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6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refstats</a:t>
            </a:r>
            <a:endParaRPr lang="en-US" sz="663" dirty="0"/>
          </a:p>
        </p:txBody>
      </p:sp>
      <p:sp>
        <p:nvSpPr>
          <p:cNvPr id="717" name="Text 237"/>
          <p:cNvSpPr/>
          <p:nvPr/>
        </p:nvSpPr>
        <p:spPr>
          <a:xfrm>
            <a:off x="6480353" y="2621585"/>
            <a:ext cx="457200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abstract_text</a:t>
            </a:r>
            <a:endParaRPr lang="en-US" sz="617" dirty="0"/>
          </a:p>
        </p:txBody>
      </p:sp>
      <p:sp>
        <p:nvSpPr>
          <p:cNvPr id="718" name="Text 238"/>
          <p:cNvSpPr/>
          <p:nvPr/>
        </p:nvSpPr>
        <p:spPr>
          <a:xfrm>
            <a:off x="9607601" y="2659075"/>
            <a:ext cx="449885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1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719" dirty="0"/>
          </a:p>
        </p:txBody>
      </p:sp>
      <p:sp>
        <p:nvSpPr>
          <p:cNvPr id="719" name="Text 239"/>
          <p:cNvSpPr/>
          <p:nvPr/>
        </p:nvSpPr>
        <p:spPr>
          <a:xfrm>
            <a:off x="3983126" y="2683764"/>
            <a:ext cx="57332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870" dirty="0"/>
          </a:p>
        </p:txBody>
      </p:sp>
      <p:sp>
        <p:nvSpPr>
          <p:cNvPr id="720" name="Text 240"/>
          <p:cNvSpPr/>
          <p:nvPr/>
        </p:nvSpPr>
        <p:spPr>
          <a:xfrm>
            <a:off x="5041087" y="2692908"/>
            <a:ext cx="782726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3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AstrBotEmbedding</a:t>
            </a:r>
            <a:endParaRPr lang="en-US" sz="731" dirty="0"/>
          </a:p>
        </p:txBody>
      </p:sp>
      <p:sp>
        <p:nvSpPr>
          <p:cNvPr id="721" name="Text 241"/>
          <p:cNvSpPr/>
          <p:nvPr/>
        </p:nvSpPr>
        <p:spPr>
          <a:xfrm>
            <a:off x="6158484" y="2741371"/>
            <a:ext cx="2642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738" dirty="0"/>
          </a:p>
        </p:txBody>
      </p:sp>
      <p:sp>
        <p:nvSpPr>
          <p:cNvPr id="722" name="Text 242"/>
          <p:cNvSpPr/>
          <p:nvPr/>
        </p:nvSpPr>
        <p:spPr>
          <a:xfrm>
            <a:off x="6473952" y="2748686"/>
            <a:ext cx="682142" cy="99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IFLOAT_VECTOR;</a:t>
            </a:r>
            <a:endParaRPr lang="en-US" sz="630" dirty="0"/>
          </a:p>
        </p:txBody>
      </p:sp>
      <p:sp>
        <p:nvSpPr>
          <p:cNvPr id="723" name="Text 243"/>
          <p:cNvSpPr/>
          <p:nvPr/>
        </p:nvSpPr>
        <p:spPr>
          <a:xfrm>
            <a:off x="8738006" y="2717597"/>
            <a:ext cx="4489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3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835" dirty="0"/>
          </a:p>
        </p:txBody>
      </p:sp>
      <p:sp>
        <p:nvSpPr>
          <p:cNvPr id="724" name="Text 244"/>
          <p:cNvSpPr/>
          <p:nvPr/>
        </p:nvSpPr>
        <p:spPr>
          <a:xfrm>
            <a:off x="10466222" y="2728570"/>
            <a:ext cx="385877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862" dirty="0"/>
          </a:p>
        </p:txBody>
      </p:sp>
      <p:sp>
        <p:nvSpPr>
          <p:cNvPr id="725" name="Text 245"/>
          <p:cNvSpPr/>
          <p:nvPr/>
        </p:nvSpPr>
        <p:spPr>
          <a:xfrm>
            <a:off x="11012119" y="2670962"/>
            <a:ext cx="249631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−has</a:t>
            </a:r>
            <a:endParaRPr lang="en-US" sz="864" dirty="0"/>
          </a:p>
        </p:txBody>
      </p:sp>
      <p:sp>
        <p:nvSpPr>
          <p:cNvPr id="726" name="Text 246"/>
          <p:cNvSpPr/>
          <p:nvPr/>
        </p:nvSpPr>
        <p:spPr>
          <a:xfrm>
            <a:off x="11474806" y="2720340"/>
            <a:ext cx="154534" cy="14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8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82" dirty="0"/>
          </a:p>
        </p:txBody>
      </p:sp>
      <p:sp>
        <p:nvSpPr>
          <p:cNvPr id="727" name="Text 247"/>
          <p:cNvSpPr/>
          <p:nvPr/>
        </p:nvSpPr>
        <p:spPr>
          <a:xfrm>
            <a:off x="441655" y="2804465"/>
            <a:ext cx="707746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Ingestion</a:t>
            </a:r>
            <a:endParaRPr lang="en-US" sz="786" dirty="0"/>
          </a:p>
        </p:txBody>
      </p:sp>
      <p:sp>
        <p:nvSpPr>
          <p:cNvPr id="728" name="Text 248"/>
          <p:cNvSpPr/>
          <p:nvPr/>
        </p:nvSpPr>
        <p:spPr>
          <a:xfrm>
            <a:off x="3819449" y="2814523"/>
            <a:ext cx="75803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6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AbstractExtractor</a:t>
            </a:r>
            <a:endParaRPr lang="en-US" sz="769" dirty="0"/>
          </a:p>
        </p:txBody>
      </p:sp>
      <p:sp>
        <p:nvSpPr>
          <p:cNvPr id="729" name="Text 249"/>
          <p:cNvSpPr/>
          <p:nvPr/>
        </p:nvSpPr>
        <p:spPr>
          <a:xfrm>
            <a:off x="5074920" y="2799893"/>
            <a:ext cx="664769" cy="112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Provider/Ollama</a:t>
            </a:r>
            <a:endParaRPr lang="en-US" sz="720" dirty="0"/>
          </a:p>
        </p:txBody>
      </p:sp>
      <p:sp>
        <p:nvSpPr>
          <p:cNvPr id="730" name="Text 250"/>
          <p:cNvSpPr/>
          <p:nvPr/>
        </p:nvSpPr>
        <p:spPr>
          <a:xfrm>
            <a:off x="6452006" y="2830068"/>
            <a:ext cx="39776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9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</a:t>
            </a:r>
            <a:endParaRPr lang="en-US" sz="799" dirty="0"/>
          </a:p>
        </p:txBody>
      </p:sp>
      <p:sp>
        <p:nvSpPr>
          <p:cNvPr id="731" name="Text 251"/>
          <p:cNvSpPr/>
          <p:nvPr/>
        </p:nvSpPr>
        <p:spPr>
          <a:xfrm>
            <a:off x="226771" y="2935224"/>
            <a:ext cx="1141171" cy="108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9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(/paper add, addf, arxiv_add)</a:t>
            </a:r>
            <a:endParaRPr lang="en-US" sz="694" dirty="0"/>
          </a:p>
        </p:txBody>
      </p:sp>
      <p:sp>
        <p:nvSpPr>
          <p:cNvPr id="732" name="Text 252"/>
          <p:cNvSpPr/>
          <p:nvPr/>
        </p:nvSpPr>
        <p:spPr>
          <a:xfrm>
            <a:off x="3262579" y="2915107"/>
            <a:ext cx="444398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2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endParaRPr lang="en-US" sz="921" dirty="0"/>
          </a:p>
        </p:txBody>
      </p:sp>
      <p:sp>
        <p:nvSpPr>
          <p:cNvPr id="733" name="Text 253"/>
          <p:cNvSpPr/>
          <p:nvPr/>
        </p:nvSpPr>
        <p:spPr>
          <a:xfrm>
            <a:off x="8234172" y="2940710"/>
            <a:ext cx="356616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1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Definition/</a:t>
            </a:r>
            <a:endParaRPr lang="en-US" sz="615" dirty="0"/>
          </a:p>
        </p:txBody>
      </p:sp>
      <p:sp>
        <p:nvSpPr>
          <p:cNvPr id="734" name="Text 254"/>
          <p:cNvSpPr/>
          <p:nvPr/>
        </p:nvSpPr>
        <p:spPr>
          <a:xfrm>
            <a:off x="8242402" y="3033065"/>
            <a:ext cx="373075" cy="10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8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687" dirty="0"/>
          </a:p>
        </p:txBody>
      </p:sp>
      <p:sp>
        <p:nvSpPr>
          <p:cNvPr id="735" name="Text 255"/>
          <p:cNvSpPr/>
          <p:nvPr/>
        </p:nvSpPr>
        <p:spPr>
          <a:xfrm>
            <a:off x="9587484" y="3066898"/>
            <a:ext cx="887882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4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Backends</a:t>
            </a:r>
            <a:endParaRPr lang="en-US" sz="847" dirty="0"/>
          </a:p>
        </p:txBody>
      </p:sp>
      <p:sp>
        <p:nvSpPr>
          <p:cNvPr id="736" name="Text 256"/>
          <p:cNvSpPr/>
          <p:nvPr/>
        </p:nvSpPr>
        <p:spPr>
          <a:xfrm>
            <a:off x="10888675" y="3063240"/>
            <a:ext cx="7882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Modes</a:t>
            </a:r>
            <a:endParaRPr lang="en-US" sz="828" dirty="0"/>
          </a:p>
        </p:txBody>
      </p:sp>
      <p:sp>
        <p:nvSpPr>
          <p:cNvPr id="737" name="Text 257"/>
          <p:cNvSpPr/>
          <p:nvPr/>
        </p:nvSpPr>
        <p:spPr>
          <a:xfrm>
            <a:off x="10872216" y="3261665"/>
            <a:ext cx="283464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903" dirty="0"/>
          </a:p>
        </p:txBody>
      </p:sp>
      <p:sp>
        <p:nvSpPr>
          <p:cNvPr id="738" name="Text 258"/>
          <p:cNvSpPr/>
          <p:nvPr/>
        </p:nvSpPr>
        <p:spPr>
          <a:xfrm>
            <a:off x="8376818" y="3308299"/>
            <a:ext cx="13350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7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74" dirty="0"/>
          </a:p>
        </p:txBody>
      </p:sp>
      <p:sp>
        <p:nvSpPr>
          <p:cNvPr id="739" name="Text 259"/>
          <p:cNvSpPr/>
          <p:nvPr/>
        </p:nvSpPr>
        <p:spPr>
          <a:xfrm>
            <a:off x="8591702" y="3338474"/>
            <a:ext cx="784555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GRAPH_GLOBAL</a:t>
            </a:r>
            <a:endParaRPr lang="en-US" sz="753" dirty="0"/>
          </a:p>
        </p:txBody>
      </p:sp>
      <p:sp>
        <p:nvSpPr>
          <p:cNvPr id="740" name="Text 260"/>
          <p:cNvSpPr/>
          <p:nvPr/>
        </p:nvSpPr>
        <p:spPr>
          <a:xfrm>
            <a:off x="2324405" y="3452774"/>
            <a:ext cx="2623414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Chunk Retrieval (HybridRAGEngine)</a:t>
            </a:r>
            <a:endParaRPr lang="en-US" sz="970" dirty="0"/>
          </a:p>
        </p:txBody>
      </p:sp>
      <p:sp>
        <p:nvSpPr>
          <p:cNvPr id="741" name="Text 261"/>
          <p:cNvSpPr/>
          <p:nvPr/>
        </p:nvSpPr>
        <p:spPr>
          <a:xfrm>
            <a:off x="10879531" y="3407969"/>
            <a:ext cx="673913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entity-neighbors,</a:t>
            </a:r>
            <a:endParaRPr lang="en-US" sz="709" dirty="0"/>
          </a:p>
        </p:txBody>
      </p:sp>
      <p:sp>
        <p:nvSpPr>
          <p:cNvPr id="742" name="Text 262"/>
          <p:cNvSpPr/>
          <p:nvPr/>
        </p:nvSpPr>
        <p:spPr>
          <a:xfrm>
            <a:off x="6317590" y="3536899"/>
            <a:ext cx="8101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ContentReranker</a:t>
            </a:r>
            <a:endParaRPr lang="en-US" sz="828" dirty="0"/>
          </a:p>
        </p:txBody>
      </p:sp>
      <p:sp>
        <p:nvSpPr>
          <p:cNvPr id="743" name="Text 263"/>
          <p:cNvSpPr/>
          <p:nvPr/>
        </p:nvSpPr>
        <p:spPr>
          <a:xfrm>
            <a:off x="8293608" y="3539642"/>
            <a:ext cx="3200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9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797" dirty="0"/>
          </a:p>
        </p:txBody>
      </p:sp>
      <p:sp>
        <p:nvSpPr>
          <p:cNvPr id="744" name="Text 264"/>
          <p:cNvSpPr/>
          <p:nvPr/>
        </p:nvSpPr>
        <p:spPr>
          <a:xfrm>
            <a:off x="6334963" y="3649370"/>
            <a:ext cx="779069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8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(BAAl/bge-reranker-</a:t>
            </a:r>
            <a:endParaRPr lang="en-US" sz="682" dirty="0"/>
          </a:p>
        </p:txBody>
      </p:sp>
      <p:sp>
        <p:nvSpPr>
          <p:cNvPr id="745" name="Text 265"/>
          <p:cNvSpPr/>
          <p:nvPr/>
        </p:nvSpPr>
        <p:spPr>
          <a:xfrm>
            <a:off x="9710928" y="3559759"/>
            <a:ext cx="2889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828" dirty="0"/>
          </a:p>
        </p:txBody>
      </p:sp>
      <p:sp>
        <p:nvSpPr>
          <p:cNvPr id="746" name="Text 266"/>
          <p:cNvSpPr/>
          <p:nvPr/>
        </p:nvSpPr>
        <p:spPr>
          <a:xfrm>
            <a:off x="1423721" y="3735324"/>
            <a:ext cx="1089965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MultimodalPDFExtractor</a:t>
            </a:r>
            <a:endParaRPr lang="en-US" sz="786" dirty="0"/>
          </a:p>
        </p:txBody>
      </p:sp>
      <p:sp>
        <p:nvSpPr>
          <p:cNvPr id="747" name="Text 267"/>
          <p:cNvSpPr/>
          <p:nvPr/>
        </p:nvSpPr>
        <p:spPr>
          <a:xfrm>
            <a:off x="10863986" y="3690518"/>
            <a:ext cx="346558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20" dirty="0"/>
          </a:p>
        </p:txBody>
      </p:sp>
      <p:sp>
        <p:nvSpPr>
          <p:cNvPr id="748" name="Text 268"/>
          <p:cNvSpPr/>
          <p:nvPr/>
        </p:nvSpPr>
        <p:spPr>
          <a:xfrm>
            <a:off x="328270" y="3751783"/>
            <a:ext cx="81198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HybridPDFParser</a:t>
            </a:r>
            <a:endParaRPr lang="en-US" sz="807" dirty="0"/>
          </a:p>
        </p:txBody>
      </p:sp>
      <p:sp>
        <p:nvSpPr>
          <p:cNvPr id="749" name="Text 269"/>
          <p:cNvSpPr/>
          <p:nvPr/>
        </p:nvSpPr>
        <p:spPr>
          <a:xfrm>
            <a:off x="2846527" y="3747211"/>
            <a:ext cx="9683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7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</a:t>
            </a:r>
            <a:endParaRPr lang="en-US" sz="871" dirty="0"/>
          </a:p>
        </p:txBody>
      </p:sp>
      <p:sp>
        <p:nvSpPr>
          <p:cNvPr id="750" name="Text 270"/>
          <p:cNvSpPr/>
          <p:nvPr/>
        </p:nvSpPr>
        <p:spPr>
          <a:xfrm>
            <a:off x="5017313" y="3764585"/>
            <a:ext cx="89885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 Hybrid Index</a:t>
            </a:r>
            <a:endParaRPr lang="en-US" sz="803" dirty="0"/>
          </a:p>
        </p:txBody>
      </p:sp>
      <p:sp>
        <p:nvSpPr>
          <p:cNvPr id="751" name="Text 271"/>
          <p:cNvSpPr/>
          <p:nvPr/>
        </p:nvSpPr>
        <p:spPr>
          <a:xfrm>
            <a:off x="9415577" y="3771900"/>
            <a:ext cx="61813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SimpleProperty</a:t>
            </a:r>
            <a:endParaRPr lang="en-US" sz="702" dirty="0"/>
          </a:p>
        </p:txBody>
      </p:sp>
      <p:sp>
        <p:nvSpPr>
          <p:cNvPr id="752" name="Text 272"/>
          <p:cNvSpPr/>
          <p:nvPr/>
        </p:nvSpPr>
        <p:spPr>
          <a:xfrm>
            <a:off x="10148926" y="3757270"/>
            <a:ext cx="314554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2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921" dirty="0"/>
          </a:p>
        </p:txBody>
      </p:sp>
      <p:sp>
        <p:nvSpPr>
          <p:cNvPr id="753" name="Text 273"/>
          <p:cNvSpPr/>
          <p:nvPr/>
        </p:nvSpPr>
        <p:spPr>
          <a:xfrm>
            <a:off x="9485071" y="3868826"/>
            <a:ext cx="1089965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GraphStoreGraphSto</a:t>
            </a:r>
            <a:endParaRPr lang="en-US" sz="901" dirty="0"/>
          </a:p>
        </p:txBody>
      </p:sp>
      <p:sp>
        <p:nvSpPr>
          <p:cNvPr id="754" name="Text 274"/>
          <p:cNvSpPr/>
          <p:nvPr/>
        </p:nvSpPr>
        <p:spPr>
          <a:xfrm>
            <a:off x="10873130" y="3830422"/>
            <a:ext cx="345643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</a:t>
            </a:r>
            <a:endParaRPr lang="en-US" sz="756" dirty="0"/>
          </a:p>
        </p:txBody>
      </p:sp>
      <p:sp>
        <p:nvSpPr>
          <p:cNvPr id="755" name="Text 275"/>
          <p:cNvSpPr/>
          <p:nvPr/>
        </p:nvSpPr>
        <p:spPr>
          <a:xfrm>
            <a:off x="6729070" y="3942893"/>
            <a:ext cx="8778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798" dirty="0"/>
          </a:p>
        </p:txBody>
      </p:sp>
      <p:sp>
        <p:nvSpPr>
          <p:cNvPr id="756" name="Text 276"/>
          <p:cNvSpPr/>
          <p:nvPr/>
        </p:nvSpPr>
        <p:spPr>
          <a:xfrm>
            <a:off x="6824167" y="3977640"/>
            <a:ext cx="364846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4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742" dirty="0"/>
          </a:p>
        </p:txBody>
      </p:sp>
      <p:sp>
        <p:nvSpPr>
          <p:cNvPr id="757" name="Text 277"/>
          <p:cNvSpPr/>
          <p:nvPr/>
        </p:nvSpPr>
        <p:spPr>
          <a:xfrm>
            <a:off x="8643823" y="3926434"/>
            <a:ext cx="61813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HYBRID/AUTO</a:t>
            </a:r>
            <a:endParaRPr lang="en-US" sz="704" dirty="0"/>
          </a:p>
        </p:txBody>
      </p:sp>
      <p:sp>
        <p:nvSpPr>
          <p:cNvPr id="758" name="Text 278"/>
          <p:cNvSpPr/>
          <p:nvPr/>
        </p:nvSpPr>
        <p:spPr>
          <a:xfrm>
            <a:off x="9561881" y="3973068"/>
            <a:ext cx="40325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3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(JSON)</a:t>
            </a:r>
            <a:endParaRPr lang="en-US" sz="931" dirty="0"/>
          </a:p>
        </p:txBody>
      </p:sp>
      <p:sp>
        <p:nvSpPr>
          <p:cNvPr id="759" name="Text 279"/>
          <p:cNvSpPr/>
          <p:nvPr/>
        </p:nvSpPr>
        <p:spPr>
          <a:xfrm>
            <a:off x="6816852" y="4059022"/>
            <a:ext cx="348386" cy="14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8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rshold</a:t>
            </a:r>
            <a:endParaRPr lang="en-US" sz="982" dirty="0"/>
          </a:p>
        </p:txBody>
      </p:sp>
      <p:sp>
        <p:nvSpPr>
          <p:cNvPr id="760" name="Text 280"/>
          <p:cNvSpPr/>
          <p:nvPr/>
        </p:nvSpPr>
        <p:spPr>
          <a:xfrm>
            <a:off x="476402" y="4138574"/>
            <a:ext cx="27432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044" dirty="0"/>
          </a:p>
        </p:txBody>
      </p:sp>
      <p:sp>
        <p:nvSpPr>
          <p:cNvPr id="761" name="Text 281"/>
          <p:cNvSpPr/>
          <p:nvPr/>
        </p:nvSpPr>
        <p:spPr>
          <a:xfrm>
            <a:off x="4806086" y="4217213"/>
            <a:ext cx="28803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Saloe</a:t>
            </a:r>
            <a:endParaRPr lang="en-US" sz="860" dirty="0"/>
          </a:p>
        </p:txBody>
      </p:sp>
      <p:sp>
        <p:nvSpPr>
          <p:cNvPr id="762" name="Text 282"/>
          <p:cNvSpPr/>
          <p:nvPr/>
        </p:nvSpPr>
        <p:spPr>
          <a:xfrm>
            <a:off x="4668926" y="4433011"/>
            <a:ext cx="190195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</a:t>
            </a:r>
            <a:endParaRPr lang="en-US" sz="757" dirty="0"/>
          </a:p>
        </p:txBody>
      </p:sp>
      <p:sp>
        <p:nvSpPr>
          <p:cNvPr id="763" name="Text 283"/>
          <p:cNvSpPr/>
          <p:nvPr/>
        </p:nvSpPr>
        <p:spPr>
          <a:xfrm>
            <a:off x="3980383" y="4501591"/>
            <a:ext cx="325526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044" dirty="0"/>
          </a:p>
        </p:txBody>
      </p:sp>
      <p:sp>
        <p:nvSpPr>
          <p:cNvPr id="764" name="Text 284"/>
          <p:cNvSpPr/>
          <p:nvPr/>
        </p:nvSpPr>
        <p:spPr>
          <a:xfrm>
            <a:off x="4671670" y="4524451"/>
            <a:ext cx="45171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3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837" dirty="0"/>
          </a:p>
        </p:txBody>
      </p:sp>
      <p:sp>
        <p:nvSpPr>
          <p:cNvPr id="765" name="Text 285"/>
          <p:cNvSpPr/>
          <p:nvPr/>
        </p:nvSpPr>
        <p:spPr>
          <a:xfrm>
            <a:off x="2992831" y="4633265"/>
            <a:ext cx="710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3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chunk_size=512,</a:t>
            </a:r>
            <a:endParaRPr lang="en-US" sz="733" dirty="0"/>
          </a:p>
        </p:txBody>
      </p:sp>
      <p:sp>
        <p:nvSpPr>
          <p:cNvPr id="766" name="Text 286"/>
          <p:cNvSpPr/>
          <p:nvPr/>
        </p:nvSpPr>
        <p:spPr>
          <a:xfrm>
            <a:off x="5394960" y="4645152"/>
            <a:ext cx="676656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6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VectorRetriever</a:t>
            </a:r>
            <a:endParaRPr lang="en-US" sz="763" dirty="0"/>
          </a:p>
        </p:txBody>
      </p:sp>
      <p:sp>
        <p:nvSpPr>
          <p:cNvPr id="767" name="Text 287"/>
          <p:cNvSpPr/>
          <p:nvPr/>
        </p:nvSpPr>
        <p:spPr>
          <a:xfrm>
            <a:off x="8954719" y="4624121"/>
            <a:ext cx="16916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LLM &amp; Generation</a:t>
            </a:r>
            <a:endParaRPr lang="en-US" sz="1002" dirty="0"/>
          </a:p>
        </p:txBody>
      </p:sp>
      <p:sp>
        <p:nvSpPr>
          <p:cNvPr id="768" name="Text 288"/>
          <p:cNvSpPr/>
          <p:nvPr/>
        </p:nvSpPr>
        <p:spPr>
          <a:xfrm>
            <a:off x="5601614" y="4755794"/>
            <a:ext cx="3557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2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cosin)</a:t>
            </a:r>
            <a:endParaRPr lang="en-US" sz="1024" dirty="0"/>
          </a:p>
        </p:txBody>
      </p:sp>
      <p:sp>
        <p:nvSpPr>
          <p:cNvPr id="769" name="Text 289"/>
          <p:cNvSpPr/>
          <p:nvPr/>
        </p:nvSpPr>
        <p:spPr>
          <a:xfrm>
            <a:off x="7890358" y="4913071"/>
            <a:ext cx="1135685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LlamaCppVLMProvider</a:t>
            </a:r>
            <a:endParaRPr lang="en-US" sz="858" dirty="0"/>
          </a:p>
        </p:txBody>
      </p:sp>
      <p:sp>
        <p:nvSpPr>
          <p:cNvPr id="770" name="Text 290"/>
          <p:cNvSpPr/>
          <p:nvPr/>
        </p:nvSpPr>
        <p:spPr>
          <a:xfrm>
            <a:off x="9466783" y="491490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30" dirty="0"/>
          </a:p>
        </p:txBody>
      </p:sp>
      <p:sp>
        <p:nvSpPr>
          <p:cNvPr id="771" name="Text 291"/>
          <p:cNvSpPr/>
          <p:nvPr/>
        </p:nvSpPr>
        <p:spPr>
          <a:xfrm>
            <a:off x="11134649" y="4922215"/>
            <a:ext cx="574243" cy="11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CitationLinker</a:t>
            </a:r>
            <a:endParaRPr lang="en-US" sz="728" dirty="0"/>
          </a:p>
        </p:txBody>
      </p:sp>
      <p:sp>
        <p:nvSpPr>
          <p:cNvPr id="772" name="Text 292"/>
          <p:cNvSpPr/>
          <p:nvPr/>
        </p:nvSpPr>
        <p:spPr>
          <a:xfrm>
            <a:off x="6454750" y="5032858"/>
            <a:ext cx="52212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</a:t>
            </a:r>
            <a:endParaRPr lang="en-US" sz="855" dirty="0"/>
          </a:p>
        </p:txBody>
      </p:sp>
      <p:sp>
        <p:nvSpPr>
          <p:cNvPr id="773" name="Text 293"/>
          <p:cNvSpPr/>
          <p:nvPr/>
        </p:nvSpPr>
        <p:spPr>
          <a:xfrm>
            <a:off x="9604858" y="5054803"/>
            <a:ext cx="280721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55" dirty="0"/>
          </a:p>
        </p:txBody>
      </p:sp>
      <p:sp>
        <p:nvSpPr>
          <p:cNvPr id="774" name="Text 294"/>
          <p:cNvSpPr/>
          <p:nvPr/>
        </p:nvSpPr>
        <p:spPr>
          <a:xfrm>
            <a:off x="422453" y="5169103"/>
            <a:ext cx="109270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3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Architecture</a:t>
            </a:r>
            <a:endParaRPr lang="en-US" sz="936" dirty="0"/>
          </a:p>
        </p:txBody>
      </p:sp>
      <p:sp>
        <p:nvSpPr>
          <p:cNvPr id="775" name="Text 295"/>
          <p:cNvSpPr/>
          <p:nvPr/>
        </p:nvSpPr>
        <p:spPr>
          <a:xfrm>
            <a:off x="6429146" y="5159959"/>
            <a:ext cx="63459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7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Fusion</a:t>
            </a:r>
            <a:endParaRPr lang="en-US" sz="878" dirty="0"/>
          </a:p>
        </p:txBody>
      </p:sp>
      <p:sp>
        <p:nvSpPr>
          <p:cNvPr id="776" name="Text 296"/>
          <p:cNvSpPr/>
          <p:nvPr/>
        </p:nvSpPr>
        <p:spPr>
          <a:xfrm>
            <a:off x="2707538" y="5242255"/>
            <a:ext cx="1026871" cy="11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data/figures/(paper_id)/</a:t>
            </a:r>
            <a:endParaRPr lang="en-US" sz="775" dirty="0"/>
          </a:p>
        </p:txBody>
      </p:sp>
      <p:sp>
        <p:nvSpPr>
          <p:cNvPr id="777" name="Text 297"/>
          <p:cNvSpPr/>
          <p:nvPr/>
        </p:nvSpPr>
        <p:spPr>
          <a:xfrm>
            <a:off x="6618427" y="5386730"/>
            <a:ext cx="306324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2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k=60)</a:t>
            </a:r>
            <a:endParaRPr lang="en-US" sz="926" dirty="0"/>
          </a:p>
        </p:txBody>
      </p:sp>
      <p:sp>
        <p:nvSpPr>
          <p:cNvPr id="778" name="Text 298"/>
          <p:cNvSpPr/>
          <p:nvPr/>
        </p:nvSpPr>
        <p:spPr>
          <a:xfrm>
            <a:off x="895198" y="5526634"/>
            <a:ext cx="8339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milvus_papers.db</a:t>
            </a:r>
            <a:endParaRPr lang="en-US" sz="829" dirty="0"/>
          </a:p>
        </p:txBody>
      </p:sp>
      <p:sp>
        <p:nvSpPr>
          <p:cNvPr id="779" name="Text 299"/>
          <p:cNvSpPr/>
          <p:nvPr/>
        </p:nvSpPr>
        <p:spPr>
          <a:xfrm>
            <a:off x="4387291" y="5540350"/>
            <a:ext cx="97932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9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paper_embeddings</a:t>
            </a:r>
            <a:endParaRPr lang="en-US" sz="892" dirty="0"/>
          </a:p>
        </p:txBody>
      </p:sp>
      <p:sp>
        <p:nvSpPr>
          <p:cNvPr id="780" name="Text 300"/>
          <p:cNvSpPr/>
          <p:nvPr/>
        </p:nvSpPr>
        <p:spPr>
          <a:xfrm>
            <a:off x="8535924" y="5554066"/>
            <a:ext cx="543154" cy="12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n_ctx=4096</a:t>
            </a:r>
            <a:endParaRPr lang="en-US" sz="810" dirty="0"/>
          </a:p>
        </p:txBody>
      </p:sp>
      <p:sp>
        <p:nvSpPr>
          <p:cNvPr id="781" name="Text 301"/>
          <p:cNvSpPr/>
          <p:nvPr/>
        </p:nvSpPr>
        <p:spPr>
          <a:xfrm>
            <a:off x="860450" y="5663794"/>
            <a:ext cx="94091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6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(chunks/embeddings)</a:t>
            </a:r>
            <a:endParaRPr lang="en-US" sz="768" dirty="0"/>
          </a:p>
        </p:txBody>
      </p:sp>
      <p:sp>
        <p:nvSpPr>
          <p:cNvPr id="782" name="Text 302"/>
          <p:cNvSpPr/>
          <p:nvPr/>
        </p:nvSpPr>
        <p:spPr>
          <a:xfrm>
            <a:off x="2706624" y="5618988"/>
            <a:ext cx="994867" cy="11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data/tables/(paper_id)/</a:t>
            </a:r>
            <a:endParaRPr lang="en-US" sz="776" dirty="0"/>
          </a:p>
        </p:txBody>
      </p:sp>
      <p:sp>
        <p:nvSpPr>
          <p:cNvPr id="783" name="Text 303"/>
          <p:cNvSpPr/>
          <p:nvPr/>
        </p:nvSpPr>
        <p:spPr>
          <a:xfrm>
            <a:off x="4550054" y="5660136"/>
            <a:ext cx="575158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8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(hyDrid_index)</a:t>
            </a:r>
            <a:endParaRPr lang="en-US" sz="686" dirty="0"/>
          </a:p>
        </p:txBody>
      </p:sp>
      <p:sp>
        <p:nvSpPr>
          <p:cNvPr id="784" name="Text 304"/>
          <p:cNvSpPr/>
          <p:nvPr/>
        </p:nvSpPr>
        <p:spPr>
          <a:xfrm>
            <a:off x="11229746" y="5661050"/>
            <a:ext cx="439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log to</a:t>
            </a:r>
            <a:endParaRPr lang="en-US" sz="670" dirty="0"/>
          </a:p>
        </p:txBody>
      </p:sp>
      <p:sp>
        <p:nvSpPr>
          <p:cNvPr id="785" name="Text 305"/>
          <p:cNvSpPr/>
          <p:nvPr/>
        </p:nvSpPr>
        <p:spPr>
          <a:xfrm>
            <a:off x="8010144" y="5763463"/>
            <a:ext cx="777240" cy="1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Figures/tables flowrs</a:t>
            </a:r>
            <a:endParaRPr lang="en-US" sz="660" dirty="0"/>
          </a:p>
        </p:txBody>
      </p:sp>
      <p:sp>
        <p:nvSpPr>
          <p:cNvPr id="786" name="Text 306"/>
          <p:cNvSpPr/>
          <p:nvPr/>
        </p:nvSpPr>
        <p:spPr>
          <a:xfrm>
            <a:off x="9407347" y="5757062"/>
            <a:ext cx="712318" cy="11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6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nodes,</a:t>
            </a:r>
            <a:endParaRPr lang="en-US" sz="761" dirty="0"/>
          </a:p>
        </p:txBody>
      </p:sp>
      <p:sp>
        <p:nvSpPr>
          <p:cNvPr id="787" name="Text 307"/>
          <p:cNvSpPr/>
          <p:nvPr/>
        </p:nvSpPr>
        <p:spPr>
          <a:xfrm>
            <a:off x="10301630" y="5736946"/>
            <a:ext cx="63185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AstrBot GLM</a:t>
            </a:r>
            <a:endParaRPr lang="en-US" sz="857" dirty="0"/>
          </a:p>
        </p:txBody>
      </p:sp>
      <p:sp>
        <p:nvSpPr>
          <p:cNvPr id="788" name="Text 308"/>
          <p:cNvSpPr/>
          <p:nvPr/>
        </p:nvSpPr>
        <p:spPr>
          <a:xfrm>
            <a:off x="11117275" y="5767121"/>
            <a:ext cx="60259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7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bibliographys in</a:t>
            </a:r>
            <a:endParaRPr lang="en-US" sz="673" dirty="0"/>
          </a:p>
        </p:txBody>
      </p:sp>
      <p:sp>
        <p:nvSpPr>
          <p:cNvPr id="789" name="Text 309"/>
          <p:cNvSpPr/>
          <p:nvPr/>
        </p:nvSpPr>
        <p:spPr>
          <a:xfrm>
            <a:off x="5385816" y="5781751"/>
            <a:ext cx="733349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BM25Retriever</a:t>
            </a:r>
            <a:endParaRPr lang="en-US" sz="856" dirty="0"/>
          </a:p>
        </p:txBody>
      </p:sp>
      <p:sp>
        <p:nvSpPr>
          <p:cNvPr id="790" name="Text 310"/>
          <p:cNvSpPr/>
          <p:nvPr/>
        </p:nvSpPr>
        <p:spPr>
          <a:xfrm>
            <a:off x="825703" y="5914339"/>
            <a:ext cx="90159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9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milvus_abstracts.db</a:t>
            </a:r>
            <a:endParaRPr lang="en-US" sz="796" dirty="0"/>
          </a:p>
        </p:txBody>
      </p:sp>
      <p:sp>
        <p:nvSpPr>
          <p:cNvPr id="791" name="Text 311"/>
          <p:cNvSpPr/>
          <p:nvPr/>
        </p:nvSpPr>
        <p:spPr>
          <a:xfrm>
            <a:off x="2687422" y="5890565"/>
            <a:ext cx="999439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paper_doc_stats.json</a:t>
            </a:r>
            <a:endParaRPr lang="en-US" sz="820" dirty="0"/>
          </a:p>
        </p:txBody>
      </p:sp>
      <p:sp>
        <p:nvSpPr>
          <p:cNvPr id="792" name="Text 312"/>
          <p:cNvSpPr/>
          <p:nvPr/>
        </p:nvSpPr>
        <p:spPr>
          <a:xfrm>
            <a:off x="5515661" y="5917997"/>
            <a:ext cx="587959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(rank_bm25)</a:t>
            </a:r>
            <a:endParaRPr lang="en-US" sz="804" dirty="0"/>
          </a:p>
        </p:txBody>
      </p:sp>
      <p:sp>
        <p:nvSpPr>
          <p:cNvPr id="793" name="Text 313"/>
          <p:cNvSpPr/>
          <p:nvPr/>
        </p:nvSpPr>
        <p:spPr>
          <a:xfrm>
            <a:off x="8071409" y="5871362"/>
            <a:ext cx="7552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image/table QA</a:t>
            </a:r>
            <a:endParaRPr lang="en-US" sz="705" dirty="0"/>
          </a:p>
        </p:txBody>
      </p:sp>
      <p:sp>
        <p:nvSpPr>
          <p:cNvPr id="794" name="Text 314"/>
          <p:cNvSpPr/>
          <p:nvPr/>
        </p:nvSpPr>
        <p:spPr>
          <a:xfrm>
            <a:off x="9321394" y="5885993"/>
            <a:ext cx="801929" cy="10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9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graph context</a:t>
            </a:r>
            <a:endParaRPr lang="en-US" sz="691" dirty="0"/>
          </a:p>
        </p:txBody>
      </p:sp>
      <p:sp>
        <p:nvSpPr>
          <p:cNvPr id="795" name="Text 315"/>
          <p:cNvSpPr/>
          <p:nvPr/>
        </p:nvSpPr>
        <p:spPr>
          <a:xfrm>
            <a:off x="10292486" y="5858561"/>
            <a:ext cx="610819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Local VLM</a:t>
            </a:r>
            <a:endParaRPr lang="en-US" sz="898" dirty="0"/>
          </a:p>
        </p:txBody>
      </p:sp>
      <p:sp>
        <p:nvSpPr>
          <p:cNvPr id="796" name="Text 316"/>
          <p:cNvSpPr/>
          <p:nvPr/>
        </p:nvSpPr>
        <p:spPr>
          <a:xfrm>
            <a:off x="11229746" y="5884164"/>
            <a:ext cx="480060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response</a:t>
            </a:r>
            <a:endParaRPr lang="en-US" sz="717" dirty="0"/>
          </a:p>
        </p:txBody>
      </p:sp>
      <p:sp>
        <p:nvSpPr>
          <p:cNvPr id="797" name="Text 317"/>
          <p:cNvSpPr/>
          <p:nvPr/>
        </p:nvSpPr>
        <p:spPr>
          <a:xfrm>
            <a:off x="2696566" y="5998464"/>
            <a:ext cx="48097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file_name</a:t>
            </a:r>
            <a:endParaRPr lang="en-US" sz="858" dirty="0"/>
          </a:p>
        </p:txBody>
      </p:sp>
      <p:sp>
        <p:nvSpPr>
          <p:cNvPr id="798" name="Text 318"/>
          <p:cNvSpPr/>
          <p:nvPr/>
        </p:nvSpPr>
        <p:spPr>
          <a:xfrm>
            <a:off x="1067105" y="6038698"/>
            <a:ext cx="437998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2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(atracts)</a:t>
            </a:r>
            <a:endParaRPr lang="en-US" sz="921" dirty="0"/>
          </a:p>
        </p:txBody>
      </p:sp>
      <p:sp>
        <p:nvSpPr>
          <p:cNvPr id="799" name="Text 319"/>
          <p:cNvSpPr/>
          <p:nvPr/>
        </p:nvSpPr>
        <p:spPr>
          <a:xfrm>
            <a:off x="2698394" y="6110021"/>
            <a:ext cx="582473" cy="11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7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added_time</a:t>
            </a:r>
            <a:endParaRPr lang="en-US" sz="774" dirty="0"/>
          </a:p>
        </p:txBody>
      </p:sp>
      <p:sp>
        <p:nvSpPr>
          <p:cNvPr id="800" name="Text 320"/>
          <p:cNvSpPr/>
          <p:nvPr/>
        </p:nvSpPr>
        <p:spPr>
          <a:xfrm>
            <a:off x="2707538" y="6232550"/>
            <a:ext cx="5952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3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chunk_count</a:t>
            </a:r>
            <a:endParaRPr lang="en-US" sz="735" dirty="0"/>
          </a:p>
        </p:txBody>
      </p:sp>
      <p:sp>
        <p:nvSpPr>
          <p:cNvPr id="801" name="Text 321"/>
          <p:cNvSpPr/>
          <p:nvPr/>
        </p:nvSpPr>
        <p:spPr>
          <a:xfrm>
            <a:off x="2680106" y="6334963"/>
            <a:ext cx="500177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9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-vector_ids</a:t>
            </a:r>
            <a:endParaRPr lang="en-US" sz="791" dirty="0"/>
          </a:p>
        </p:txBody>
      </p:sp>
      <p:sp>
        <p:nvSpPr>
          <p:cNvPr id="802" name="Text 322"/>
          <p:cNvSpPr/>
          <p:nvPr/>
        </p:nvSpPr>
        <p:spPr>
          <a:xfrm>
            <a:off x="225857" y="6566306"/>
            <a:ext cx="1035101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3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AstrBot SDK</a:t>
            </a:r>
            <a:endParaRPr lang="en-US" sz="1439" dirty="0"/>
          </a:p>
        </p:txBody>
      </p:sp>
      <p:sp>
        <p:nvSpPr>
          <p:cNvPr id="803" name="Text 323"/>
          <p:cNvSpPr/>
          <p:nvPr/>
        </p:nvSpPr>
        <p:spPr>
          <a:xfrm>
            <a:off x="2150669" y="6591910"/>
            <a:ext cx="12508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9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PyMuPDF/Docling</a:t>
            </a:r>
            <a:endParaRPr lang="en-US" sz="1197" dirty="0"/>
          </a:p>
        </p:txBody>
      </p:sp>
      <p:sp>
        <p:nvSpPr>
          <p:cNvPr id="804" name="Text 324"/>
          <p:cNvSpPr/>
          <p:nvPr/>
        </p:nvSpPr>
        <p:spPr>
          <a:xfrm>
            <a:off x="4234586" y="6584594"/>
            <a:ext cx="66659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9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 Lite</a:t>
            </a:r>
            <a:endParaRPr lang="en-US" sz="1097" dirty="0"/>
          </a:p>
        </p:txBody>
      </p:sp>
      <p:sp>
        <p:nvSpPr>
          <p:cNvPr id="805" name="Text 325"/>
          <p:cNvSpPr/>
          <p:nvPr/>
        </p:nvSpPr>
        <p:spPr>
          <a:xfrm>
            <a:off x="5896051" y="6585509"/>
            <a:ext cx="526694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288" dirty="0"/>
          </a:p>
        </p:txBody>
      </p:sp>
      <p:sp>
        <p:nvSpPr>
          <p:cNvPr id="806" name="Text 326"/>
          <p:cNvSpPr/>
          <p:nvPr/>
        </p:nvSpPr>
        <p:spPr>
          <a:xfrm>
            <a:off x="7300570" y="6593738"/>
            <a:ext cx="859536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LLamalndex</a:t>
            </a:r>
            <a:endParaRPr lang="en-US" sz="1229" dirty="0"/>
          </a:p>
        </p:txBody>
      </p:sp>
      <p:sp>
        <p:nvSpPr>
          <p:cNvPr id="807" name="Text 327"/>
          <p:cNvSpPr/>
          <p:nvPr/>
        </p:nvSpPr>
        <p:spPr>
          <a:xfrm>
            <a:off x="8774582" y="6583680"/>
            <a:ext cx="1455725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8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BAAl/bge-reranker</a:t>
            </a:r>
            <a:endParaRPr lang="en-US" sz="1385" dirty="0"/>
          </a:p>
        </p:txBody>
      </p:sp>
      <p:sp>
        <p:nvSpPr>
          <p:cNvPr id="808" name="Text 328"/>
          <p:cNvSpPr/>
          <p:nvPr/>
        </p:nvSpPr>
        <p:spPr>
          <a:xfrm>
            <a:off x="10960913" y="6569050"/>
            <a:ext cx="934517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2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API</a:t>
            </a:r>
            <a:endParaRPr lang="en-US" sz="15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2026-04-07T12:32:27Z</dcterms:created>
  <dcterms:modified xsi:type="dcterms:W3CDTF">2026-04-07T12:32:27Z</dcterms:modified>
</cp:coreProperties>
</file>